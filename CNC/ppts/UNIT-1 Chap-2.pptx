
<file path=[Content_Types].xml><?xml version="1.0" encoding="utf-8"?>
<Types xmlns="http://schemas.openxmlformats.org/package/2006/content-types">
  <Override PartName="/ppt/slideMasters/slideMaster3.xml" ContentType="application/vnd.openxmlformats-officedocument.presentationml.slideMaster+xml"/>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theme/theme5.xml" ContentType="application/vnd.openxmlformats-officedocument.them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slides/slide129.xml" ContentType="application/vnd.openxmlformats-officedocument.presentationml.slide+xml"/>
  <Override PartName="/ppt/slides/slide99.xml" ContentType="application/vnd.openxmlformats-officedocument.presentationml.slide+xml"/>
  <Override PartName="/ppt/slides/slide118.xml" ContentType="application/vnd.openxmlformats-officedocument.presentationml.slide+xml"/>
  <Override PartName="/ppt/slideMasters/slideMaster4.xml" ContentType="application/vnd.openxmlformats-officedocument.presentationml.slideMaster+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viewProps.xml" ContentType="application/vnd.openxmlformats-officedocument.presentationml.viewProps+xml"/>
  <Override PartName="/ppt/theme/theme6.xml" ContentType="application/vnd.openxmlformats-officedocument.theme+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32.xml" ContentType="application/vnd.openxmlformats-officedocument.presentationml.slide+xml"/>
  <Default Extension="png" ContentType="image/png"/>
  <Override PartName="/ppt/slideLayouts/slideLayout7.xml" ContentType="application/vnd.openxmlformats-officedocument.presentationml.slideLayout+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Layouts/slideLayout18.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slideLayouts/slideLayout14.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slideLayouts/slideLayout21.xml" ContentType="application/vnd.openxmlformats-officedocument.presentationml.slideLayout+xml"/>
  <Override PartName="/ppt/slides/slide119.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108.xml" ContentType="application/vnd.openxmlformats-officedocument.presentationml.slide+xml"/>
  <Override PartName="/ppt/slides/slide126.xml" ContentType="application/vnd.openxmlformats-officedocument.presentationml.slide+xml"/>
  <Override PartName="/ppt/slideMasters/slideMaster5.xml" ContentType="application/vnd.openxmlformats-officedocument.presentationml.slideMaster+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slides/slide115.xml" ContentType="application/vnd.openxmlformats-officedocument.presentationml.slide+xml"/>
  <Override PartName="/ppt/slides/slide124.xml" ContentType="application/vnd.openxmlformats-officedocument.presentationml.slide+xml"/>
  <Override PartName="/ppt/theme/theme7.xml" ContentType="application/vnd.openxmlformats-officedocument.them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Override PartName="/ppt/slideLayouts/slideLayout15.xml" ContentType="application/vnd.openxmlformats-officedocument.presentationml.slideLayout+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Layouts/slideLayout22.xml" ContentType="application/vnd.openxmlformats-officedocument.presentationml.slideLayout+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commentAuthors.xml" ContentType="application/vnd.openxmlformats-officedocument.presentationml.commentAuthors+xml"/>
  <Override PartName="/ppt/slideMasters/slideMaster6.xml" ContentType="application/vnd.openxmlformats-officedocument.presentationml.slideMaster+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Layouts/slideLayout9.xml" ContentType="application/vnd.openxmlformats-officedocument.presentationml.slideLayout+xml"/>
  <Override PartName="/ppt/slideMasters/slideMaster2.xml" ContentType="application/vnd.openxmlformats-officedocument.presentationml.slideMaster+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theme/theme4.xml" ContentType="application/vnd.openxmlformats-officedocument.them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slideLayouts/slideLayout16.xml" ContentType="application/vnd.openxmlformats-officedocument.presentationml.slideLayout+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s/slide20.xml" ContentType="application/vnd.openxmlformats-officedocument.presentationml.slide+xml"/>
  <Override PartName="/ppt/slideLayouts/slideLayout12.xml" ContentType="application/vnd.openxmlformats-officedocument.presentationml.slideLayout+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 id="2147483717" r:id="rId6"/>
  </p:sldMasterIdLst>
  <p:notesMasterIdLst>
    <p:notesMasterId r:id="rId141"/>
  </p:notesMasterIdLst>
  <p:sldIdLst>
    <p:sldId id="619" r:id="rId7"/>
    <p:sldId id="309" r:id="rId8"/>
    <p:sldId id="314" r:id="rId9"/>
    <p:sldId id="614" r:id="rId10"/>
    <p:sldId id="681" r:id="rId11"/>
    <p:sldId id="680" r:id="rId12"/>
    <p:sldId id="310" r:id="rId13"/>
    <p:sldId id="664" r:id="rId14"/>
    <p:sldId id="311" r:id="rId15"/>
    <p:sldId id="435" r:id="rId16"/>
    <p:sldId id="682" r:id="rId17"/>
    <p:sldId id="313" r:id="rId18"/>
    <p:sldId id="684" r:id="rId19"/>
    <p:sldId id="683" r:id="rId20"/>
    <p:sldId id="685" r:id="rId21"/>
    <p:sldId id="686" r:id="rId22"/>
    <p:sldId id="687" r:id="rId23"/>
    <p:sldId id="441" r:id="rId24"/>
    <p:sldId id="316" r:id="rId25"/>
    <p:sldId id="688" r:id="rId26"/>
    <p:sldId id="446" r:id="rId27"/>
    <p:sldId id="568" r:id="rId28"/>
    <p:sldId id="617" r:id="rId29"/>
    <p:sldId id="447" r:id="rId30"/>
    <p:sldId id="689" r:id="rId31"/>
    <p:sldId id="690" r:id="rId32"/>
    <p:sldId id="691" r:id="rId33"/>
    <p:sldId id="692" r:id="rId34"/>
    <p:sldId id="693" r:id="rId35"/>
    <p:sldId id="694" r:id="rId36"/>
    <p:sldId id="695" r:id="rId37"/>
    <p:sldId id="696" r:id="rId38"/>
    <p:sldId id="697" r:id="rId39"/>
    <p:sldId id="698" r:id="rId40"/>
    <p:sldId id="699" r:id="rId41"/>
    <p:sldId id="572" r:id="rId42"/>
    <p:sldId id="573" r:id="rId43"/>
    <p:sldId id="700" r:id="rId44"/>
    <p:sldId id="701" r:id="rId45"/>
    <p:sldId id="702" r:id="rId46"/>
    <p:sldId id="318" r:id="rId47"/>
    <p:sldId id="703" r:id="rId48"/>
    <p:sldId id="668" r:id="rId49"/>
    <p:sldId id="704" r:id="rId50"/>
    <p:sldId id="705" r:id="rId51"/>
    <p:sldId id="706" r:id="rId52"/>
    <p:sldId id="707" r:id="rId53"/>
    <p:sldId id="575" r:id="rId54"/>
    <p:sldId id="708" r:id="rId55"/>
    <p:sldId id="709" r:id="rId56"/>
    <p:sldId id="710" r:id="rId57"/>
    <p:sldId id="711" r:id="rId58"/>
    <p:sldId id="712" r:id="rId59"/>
    <p:sldId id="713" r:id="rId60"/>
    <p:sldId id="714" r:id="rId61"/>
    <p:sldId id="715" r:id="rId62"/>
    <p:sldId id="667" r:id="rId63"/>
    <p:sldId id="452" r:id="rId64"/>
    <p:sldId id="583" r:id="rId65"/>
    <p:sldId id="585" r:id="rId66"/>
    <p:sldId id="717" r:id="rId67"/>
    <p:sldId id="718" r:id="rId68"/>
    <p:sldId id="716" r:id="rId69"/>
    <p:sldId id="719" r:id="rId70"/>
    <p:sldId id="720" r:id="rId71"/>
    <p:sldId id="721" r:id="rId72"/>
    <p:sldId id="722" r:id="rId73"/>
    <p:sldId id="723" r:id="rId74"/>
    <p:sldId id="724" r:id="rId75"/>
    <p:sldId id="618" r:id="rId76"/>
    <p:sldId id="666" r:id="rId77"/>
    <p:sldId id="455" r:id="rId78"/>
    <p:sldId id="589" r:id="rId79"/>
    <p:sldId id="590" r:id="rId80"/>
    <p:sldId id="457" r:id="rId81"/>
    <p:sldId id="620" r:id="rId82"/>
    <p:sldId id="669" r:id="rId83"/>
    <p:sldId id="621" r:id="rId84"/>
    <p:sldId id="622" r:id="rId85"/>
    <p:sldId id="623" r:id="rId86"/>
    <p:sldId id="624" r:id="rId87"/>
    <p:sldId id="725" r:id="rId88"/>
    <p:sldId id="625" r:id="rId89"/>
    <p:sldId id="627" r:id="rId90"/>
    <p:sldId id="626" r:id="rId91"/>
    <p:sldId id="628" r:id="rId92"/>
    <p:sldId id="670" r:id="rId93"/>
    <p:sldId id="726" r:id="rId94"/>
    <p:sldId id="727" r:id="rId95"/>
    <p:sldId id="728" r:id="rId96"/>
    <p:sldId id="671" r:id="rId97"/>
    <p:sldId id="629" r:id="rId98"/>
    <p:sldId id="630" r:id="rId99"/>
    <p:sldId id="631" r:id="rId100"/>
    <p:sldId id="679" r:id="rId101"/>
    <p:sldId id="632" r:id="rId102"/>
    <p:sldId id="633" r:id="rId103"/>
    <p:sldId id="634" r:id="rId104"/>
    <p:sldId id="635" r:id="rId105"/>
    <p:sldId id="636" r:id="rId106"/>
    <p:sldId id="637" r:id="rId107"/>
    <p:sldId id="638" r:id="rId108"/>
    <p:sldId id="639" r:id="rId109"/>
    <p:sldId id="640" r:id="rId110"/>
    <p:sldId id="641" r:id="rId111"/>
    <p:sldId id="672" r:id="rId112"/>
    <p:sldId id="673" r:id="rId113"/>
    <p:sldId id="674" r:id="rId114"/>
    <p:sldId id="675" r:id="rId115"/>
    <p:sldId id="676" r:id="rId116"/>
    <p:sldId id="677" r:id="rId117"/>
    <p:sldId id="678" r:id="rId118"/>
    <p:sldId id="642" r:id="rId119"/>
    <p:sldId id="643" r:id="rId120"/>
    <p:sldId id="644" r:id="rId121"/>
    <p:sldId id="645" r:id="rId122"/>
    <p:sldId id="646" r:id="rId123"/>
    <p:sldId id="647" r:id="rId124"/>
    <p:sldId id="648" r:id="rId125"/>
    <p:sldId id="649" r:id="rId126"/>
    <p:sldId id="650" r:id="rId127"/>
    <p:sldId id="651" r:id="rId128"/>
    <p:sldId id="652" r:id="rId129"/>
    <p:sldId id="653" r:id="rId130"/>
    <p:sldId id="654" r:id="rId131"/>
    <p:sldId id="657" r:id="rId132"/>
    <p:sldId id="655" r:id="rId133"/>
    <p:sldId id="656" r:id="rId134"/>
    <p:sldId id="658" r:id="rId135"/>
    <p:sldId id="659" r:id="rId136"/>
    <p:sldId id="660" r:id="rId137"/>
    <p:sldId id="661" r:id="rId138"/>
    <p:sldId id="662" r:id="rId139"/>
    <p:sldId id="663" r:id="rId1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xmlns="">
        <p14:section name="Main Content" id="{D403750A-5F0F-4676-8E81-AA1C70853B4F}">
          <p14:sldIdLst>
            <p14:sldId id="619"/>
            <p14:sldId id="309"/>
            <p14:sldId id="314"/>
            <p14:sldId id="614"/>
            <p14:sldId id="310"/>
            <p14:sldId id="664"/>
            <p14:sldId id="435"/>
            <p14:sldId id="311"/>
            <p14:sldId id="313"/>
            <p14:sldId id="439"/>
            <p14:sldId id="441"/>
            <p14:sldId id="316"/>
            <p14:sldId id="446"/>
            <p14:sldId id="568"/>
            <p14:sldId id="617"/>
            <p14:sldId id="447"/>
            <p14:sldId id="572"/>
            <p14:sldId id="573"/>
            <p14:sldId id="449"/>
            <p14:sldId id="318"/>
            <p14:sldId id="668"/>
            <p14:sldId id="575"/>
            <p14:sldId id="576"/>
            <p14:sldId id="665"/>
            <p14:sldId id="577"/>
            <p14:sldId id="578"/>
            <p14:sldId id="579"/>
            <p14:sldId id="580"/>
            <p14:sldId id="581"/>
            <p14:sldId id="582"/>
            <p14:sldId id="667"/>
            <p14:sldId id="452"/>
            <p14:sldId id="583"/>
            <p14:sldId id="584"/>
            <p14:sldId id="585"/>
            <p14:sldId id="618"/>
            <p14:sldId id="588"/>
            <p14:sldId id="666"/>
            <p14:sldId id="455"/>
            <p14:sldId id="589"/>
            <p14:sldId id="590"/>
            <p14:sldId id="457"/>
            <p14:sldId id="620"/>
            <p14:sldId id="669"/>
            <p14:sldId id="621"/>
            <p14:sldId id="622"/>
            <p14:sldId id="623"/>
            <p14:sldId id="624"/>
            <p14:sldId id="625"/>
            <p14:sldId id="626"/>
            <p14:sldId id="627"/>
            <p14:sldId id="628"/>
            <p14:sldId id="670"/>
            <p14:sldId id="671"/>
            <p14:sldId id="629"/>
            <p14:sldId id="630"/>
            <p14:sldId id="631"/>
            <p14:sldId id="679"/>
            <p14:sldId id="632"/>
            <p14:sldId id="633"/>
            <p14:sldId id="634"/>
            <p14:sldId id="635"/>
            <p14:sldId id="636"/>
            <p14:sldId id="637"/>
            <p14:sldId id="638"/>
            <p14:sldId id="639"/>
            <p14:sldId id="640"/>
            <p14:sldId id="641"/>
            <p14:sldId id="672"/>
            <p14:sldId id="673"/>
            <p14:sldId id="674"/>
            <p14:sldId id="675"/>
            <p14:sldId id="676"/>
            <p14:sldId id="677"/>
            <p14:sldId id="678"/>
            <p14:sldId id="642"/>
            <p14:sldId id="643"/>
            <p14:sldId id="644"/>
            <p14:sldId id="645"/>
            <p14:sldId id="646"/>
            <p14:sldId id="647"/>
            <p14:sldId id="648"/>
            <p14:sldId id="649"/>
            <p14:sldId id="650"/>
            <p14:sldId id="651"/>
            <p14:sldId id="652"/>
            <p14:sldId id="653"/>
            <p14:sldId id="654"/>
            <p14:sldId id="657"/>
            <p14:sldId id="655"/>
            <p14:sldId id="656"/>
            <p14:sldId id="658"/>
            <p14:sldId id="659"/>
            <p14:sldId id="660"/>
            <p14:sldId id="661"/>
            <p14:sldId id="662"/>
            <p14:sldId id="663"/>
          </p14:sldIdLst>
        </p14:section>
      </p14:sectionLst>
    </p:ext>
    <p:ext uri="{EFAFB233-063F-42B5-8137-9DF3F51BA10A}">
      <p15:sldGuideLst xmlns:p15="http://schemas.microsoft.com/office/powerpoint/2012/main" xmlns="">
        <p15:guide id="2" pos="3264" userDrawn="1">
          <p15:clr>
            <a:srgbClr val="A4A3A4"/>
          </p15:clr>
        </p15:guide>
        <p15:guide id="3" orient="horz" pos="2256" userDrawn="1">
          <p15:clr>
            <a:srgbClr val="A4A3A4"/>
          </p15:clr>
        </p15:guide>
        <p15:guide id="4" pos="56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extLst>
      <p:ext uri="{19B8F6BF-5375-455C-9EA6-DF929625EA0E}">
        <p15:presenceInfo xmlns:p15="http://schemas.microsoft.com/office/powerpoint/2012/main" xmlns="" userId="S-1-5-21-1645522239-1123561945-839522115-1006658" providerId="AD"/>
      </p:ext>
    </p:extLst>
  </p:cmAuthor>
  <p:cmAuthor id="2" name="Ciporen, Laura" initials="CL [2]" lastIdx="2" clrIdx="1">
    <p:extLst>
      <p:ext uri="{19B8F6BF-5375-455C-9EA6-DF929625EA0E}">
        <p15:presenceInfo xmlns:p15="http://schemas.microsoft.com/office/powerpoint/2012/main" xmlns="" userId="S::laura.ciporen@mheducation.com::567f631f-0624-4179-9d16-569ddce4882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DBDBDB"/>
    <a:srgbClr val="CFCFCF"/>
    <a:srgbClr val="BFBFBF"/>
    <a:srgbClr val="56FFD2"/>
    <a:srgbClr val="D4EFFD"/>
    <a:srgbClr val="00648B"/>
    <a:srgbClr val="E7E7E8"/>
    <a:srgbClr val="804100"/>
    <a:srgbClr val="066568"/>
    <a:srgbClr val="595959"/>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3515" autoAdjust="0"/>
    <p:restoredTop sz="93085" autoAdjust="0"/>
  </p:normalViewPr>
  <p:slideViewPr>
    <p:cSldViewPr snapToGrid="0" showGuides="1">
      <p:cViewPr varScale="1">
        <p:scale>
          <a:sx n="68" d="100"/>
          <a:sy n="68" d="100"/>
        </p:scale>
        <p:origin x="-1530" y="-90"/>
      </p:cViewPr>
      <p:guideLst>
        <p:guide orient="horz" pos="2256"/>
        <p:guide pos="3264"/>
        <p:guide pos="5640"/>
      </p:guideLst>
    </p:cSldViewPr>
  </p:slideViewPr>
  <p:outlineViewPr>
    <p:cViewPr>
      <p:scale>
        <a:sx n="33" d="100"/>
        <a:sy n="33" d="100"/>
      </p:scale>
      <p:origin x="0" y="-135692"/>
    </p:cViewPr>
  </p:outlineViewPr>
  <p:notesTextViewPr>
    <p:cViewPr>
      <p:scale>
        <a:sx n="100" d="100"/>
        <a:sy n="100" d="100"/>
      </p:scale>
      <p:origin x="0" y="0"/>
    </p:cViewPr>
  </p:notesTextViewPr>
  <p:sorterViewPr>
    <p:cViewPr>
      <p:scale>
        <a:sx n="66" d="100"/>
        <a:sy n="66" d="100"/>
      </p:scale>
      <p:origin x="0" y="8034"/>
    </p:cViewPr>
  </p:sorter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117" Type="http://schemas.openxmlformats.org/officeDocument/2006/relationships/slide" Target="slides/slide111.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slide" Target="slides/slide78.xml"/><Relationship Id="rId89" Type="http://schemas.openxmlformats.org/officeDocument/2006/relationships/slide" Target="slides/slide83.xml"/><Relationship Id="rId112" Type="http://schemas.openxmlformats.org/officeDocument/2006/relationships/slide" Target="slides/slide106.xml"/><Relationship Id="rId133" Type="http://schemas.openxmlformats.org/officeDocument/2006/relationships/slide" Target="slides/slide127.xml"/><Relationship Id="rId138" Type="http://schemas.openxmlformats.org/officeDocument/2006/relationships/slide" Target="slides/slide132.xml"/><Relationship Id="rId16" Type="http://schemas.openxmlformats.org/officeDocument/2006/relationships/slide" Target="slides/slide10.xml"/><Relationship Id="rId107" Type="http://schemas.openxmlformats.org/officeDocument/2006/relationships/slide" Target="slides/slide101.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slide" Target="slides/slide73.xml"/><Relationship Id="rId102" Type="http://schemas.openxmlformats.org/officeDocument/2006/relationships/slide" Target="slides/slide96.xml"/><Relationship Id="rId123" Type="http://schemas.openxmlformats.org/officeDocument/2006/relationships/slide" Target="slides/slide117.xml"/><Relationship Id="rId128" Type="http://schemas.openxmlformats.org/officeDocument/2006/relationships/slide" Target="slides/slide122.xml"/><Relationship Id="rId144" Type="http://schemas.openxmlformats.org/officeDocument/2006/relationships/viewProps" Target="viewProps.xml"/><Relationship Id="rId5" Type="http://schemas.openxmlformats.org/officeDocument/2006/relationships/slideMaster" Target="slideMasters/slideMaster5.xml"/><Relationship Id="rId90" Type="http://schemas.openxmlformats.org/officeDocument/2006/relationships/slide" Target="slides/slide84.xml"/><Relationship Id="rId95" Type="http://schemas.openxmlformats.org/officeDocument/2006/relationships/slide" Target="slides/slide89.xml"/><Relationship Id="rId22" Type="http://schemas.openxmlformats.org/officeDocument/2006/relationships/slide" Target="slides/slide16.xml"/><Relationship Id="rId27" Type="http://schemas.openxmlformats.org/officeDocument/2006/relationships/slide" Target="slides/slide21.xml"/><Relationship Id="rId43" Type="http://schemas.openxmlformats.org/officeDocument/2006/relationships/slide" Target="slides/slide37.xml"/><Relationship Id="rId48" Type="http://schemas.openxmlformats.org/officeDocument/2006/relationships/slide" Target="slides/slide42.xml"/><Relationship Id="rId64" Type="http://schemas.openxmlformats.org/officeDocument/2006/relationships/slide" Target="slides/slide58.xml"/><Relationship Id="rId69" Type="http://schemas.openxmlformats.org/officeDocument/2006/relationships/slide" Target="slides/slide63.xml"/><Relationship Id="rId113" Type="http://schemas.openxmlformats.org/officeDocument/2006/relationships/slide" Target="slides/slide107.xml"/><Relationship Id="rId118" Type="http://schemas.openxmlformats.org/officeDocument/2006/relationships/slide" Target="slides/slide112.xml"/><Relationship Id="rId134" Type="http://schemas.openxmlformats.org/officeDocument/2006/relationships/slide" Target="slides/slide128.xml"/><Relationship Id="rId139" Type="http://schemas.openxmlformats.org/officeDocument/2006/relationships/slide" Target="slides/slide133.xml"/><Relationship Id="rId80" Type="http://schemas.openxmlformats.org/officeDocument/2006/relationships/slide" Target="slides/slide74.xml"/><Relationship Id="rId85" Type="http://schemas.openxmlformats.org/officeDocument/2006/relationships/slide" Target="slides/slide79.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103" Type="http://schemas.openxmlformats.org/officeDocument/2006/relationships/slide" Target="slides/slide97.xml"/><Relationship Id="rId108" Type="http://schemas.openxmlformats.org/officeDocument/2006/relationships/slide" Target="slides/slide102.xml"/><Relationship Id="rId116" Type="http://schemas.openxmlformats.org/officeDocument/2006/relationships/slide" Target="slides/slide110.xml"/><Relationship Id="rId124" Type="http://schemas.openxmlformats.org/officeDocument/2006/relationships/slide" Target="slides/slide118.xml"/><Relationship Id="rId129" Type="http://schemas.openxmlformats.org/officeDocument/2006/relationships/slide" Target="slides/slide123.xml"/><Relationship Id="rId137" Type="http://schemas.openxmlformats.org/officeDocument/2006/relationships/slide" Target="slides/slide13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slide" Target="slides/slide77.xml"/><Relationship Id="rId88" Type="http://schemas.openxmlformats.org/officeDocument/2006/relationships/slide" Target="slides/slide82.xml"/><Relationship Id="rId91" Type="http://schemas.openxmlformats.org/officeDocument/2006/relationships/slide" Target="slides/slide85.xml"/><Relationship Id="rId96" Type="http://schemas.openxmlformats.org/officeDocument/2006/relationships/slide" Target="slides/slide90.xml"/><Relationship Id="rId111" Type="http://schemas.openxmlformats.org/officeDocument/2006/relationships/slide" Target="slides/slide105.xml"/><Relationship Id="rId132" Type="http://schemas.openxmlformats.org/officeDocument/2006/relationships/slide" Target="slides/slide126.xml"/><Relationship Id="rId140" Type="http://schemas.openxmlformats.org/officeDocument/2006/relationships/slide" Target="slides/slide134.xml"/><Relationship Id="rId14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6" Type="http://schemas.openxmlformats.org/officeDocument/2006/relationships/slide" Target="slides/slide100.xml"/><Relationship Id="rId114" Type="http://schemas.openxmlformats.org/officeDocument/2006/relationships/slide" Target="slides/slide108.xml"/><Relationship Id="rId119" Type="http://schemas.openxmlformats.org/officeDocument/2006/relationships/slide" Target="slides/slide113.xml"/><Relationship Id="rId127" Type="http://schemas.openxmlformats.org/officeDocument/2006/relationships/slide" Target="slides/slide12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slide" Target="slides/slide75.xml"/><Relationship Id="rId86" Type="http://schemas.openxmlformats.org/officeDocument/2006/relationships/slide" Target="slides/slide80.xml"/><Relationship Id="rId94" Type="http://schemas.openxmlformats.org/officeDocument/2006/relationships/slide" Target="slides/slide88.xml"/><Relationship Id="rId99" Type="http://schemas.openxmlformats.org/officeDocument/2006/relationships/slide" Target="slides/slide93.xml"/><Relationship Id="rId101" Type="http://schemas.openxmlformats.org/officeDocument/2006/relationships/slide" Target="slides/slide95.xml"/><Relationship Id="rId122" Type="http://schemas.openxmlformats.org/officeDocument/2006/relationships/slide" Target="slides/slide116.xml"/><Relationship Id="rId130" Type="http://schemas.openxmlformats.org/officeDocument/2006/relationships/slide" Target="slides/slide124.xml"/><Relationship Id="rId135" Type="http://schemas.openxmlformats.org/officeDocument/2006/relationships/slide" Target="slides/slide129.xml"/><Relationship Id="rId143"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109" Type="http://schemas.openxmlformats.org/officeDocument/2006/relationships/slide" Target="slides/slide10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slide" Target="slides/slide91.xml"/><Relationship Id="rId104" Type="http://schemas.openxmlformats.org/officeDocument/2006/relationships/slide" Target="slides/slide98.xml"/><Relationship Id="rId120" Type="http://schemas.openxmlformats.org/officeDocument/2006/relationships/slide" Target="slides/slide114.xml"/><Relationship Id="rId125" Type="http://schemas.openxmlformats.org/officeDocument/2006/relationships/slide" Target="slides/slide119.xml"/><Relationship Id="rId141" Type="http://schemas.openxmlformats.org/officeDocument/2006/relationships/notesMaster" Target="notesMasters/notesMaster1.xml"/><Relationship Id="rId146" Type="http://schemas.openxmlformats.org/officeDocument/2006/relationships/tableStyles" Target="tableStyles.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slide" Target="slides/slide86.xml"/><Relationship Id="rId2" Type="http://schemas.openxmlformats.org/officeDocument/2006/relationships/slideMaster" Target="slideMasters/slideMaster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slide" Target="slides/slide81.xml"/><Relationship Id="rId110" Type="http://schemas.openxmlformats.org/officeDocument/2006/relationships/slide" Target="slides/slide104.xml"/><Relationship Id="rId115" Type="http://schemas.openxmlformats.org/officeDocument/2006/relationships/slide" Target="slides/slide109.xml"/><Relationship Id="rId131" Type="http://schemas.openxmlformats.org/officeDocument/2006/relationships/slide" Target="slides/slide125.xml"/><Relationship Id="rId136" Type="http://schemas.openxmlformats.org/officeDocument/2006/relationships/slide" Target="slides/slide130.xml"/><Relationship Id="rId61" Type="http://schemas.openxmlformats.org/officeDocument/2006/relationships/slide" Target="slides/slide55.xml"/><Relationship Id="rId82" Type="http://schemas.openxmlformats.org/officeDocument/2006/relationships/slide" Target="slides/slide76.xml"/><Relationship Id="rId19" Type="http://schemas.openxmlformats.org/officeDocument/2006/relationships/slide" Target="slides/slide13.xml"/><Relationship Id="rId14" Type="http://schemas.openxmlformats.org/officeDocument/2006/relationships/slide" Target="slides/slide8.xml"/><Relationship Id="rId30" Type="http://schemas.openxmlformats.org/officeDocument/2006/relationships/slide" Target="slides/slide24.xml"/><Relationship Id="rId35" Type="http://schemas.openxmlformats.org/officeDocument/2006/relationships/slide" Target="slides/slide29.xml"/><Relationship Id="rId56" Type="http://schemas.openxmlformats.org/officeDocument/2006/relationships/slide" Target="slides/slide50.xml"/><Relationship Id="rId77" Type="http://schemas.openxmlformats.org/officeDocument/2006/relationships/slide" Target="slides/slide71.xml"/><Relationship Id="rId100" Type="http://schemas.openxmlformats.org/officeDocument/2006/relationships/slide" Target="slides/slide94.xml"/><Relationship Id="rId105" Type="http://schemas.openxmlformats.org/officeDocument/2006/relationships/slide" Target="slides/slide99.xml"/><Relationship Id="rId126" Type="http://schemas.openxmlformats.org/officeDocument/2006/relationships/slide" Target="slides/slide120.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93" Type="http://schemas.openxmlformats.org/officeDocument/2006/relationships/slide" Target="slides/slide87.xml"/><Relationship Id="rId98" Type="http://schemas.openxmlformats.org/officeDocument/2006/relationships/slide" Target="slides/slide92.xml"/><Relationship Id="rId121" Type="http://schemas.openxmlformats.org/officeDocument/2006/relationships/slide" Target="slides/slide115.xml"/><Relationship Id="rId142"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8751B6-816D-453D-9AB0-FB5BDE553EAC}" type="datetimeFigureOut">
              <a:rPr lang="en-US" smtClean="0"/>
              <a:pPr/>
              <a:t>8/25/2026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DB8B88-7B19-4444-8C00-276D3F703348}" type="slidenum">
              <a:rPr lang="en-US" smtClean="0"/>
              <a:pPr/>
              <a:t>‹#›</a:t>
            </a:fld>
            <a:endParaRPr lang="en-US"/>
          </a:p>
        </p:txBody>
      </p:sp>
    </p:spTree>
    <p:extLst>
      <p:ext uri="{BB962C8B-B14F-4D97-AF65-F5344CB8AC3E}">
        <p14:creationId xmlns:p14="http://schemas.microsoft.com/office/powerpoint/2010/main" xmlns="" val="3816873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solidFill>
                  <a:schemeClr val="tx1"/>
                </a:solidFill>
              </a:rPr>
              <a:t>Figure 2.8 Line coding and decoding</a:t>
            </a:r>
            <a:r>
              <a:rPr lang="en-US" sz="1200" i="0" dirty="0">
                <a:solidFill>
                  <a:srgbClr val="000000"/>
                </a:solidFill>
              </a:rPr>
              <a:t> </a:t>
            </a:r>
            <a:r>
              <a:rPr lang="en-US" sz="1200" b="0" i="0" dirty="0">
                <a:solidFill>
                  <a:srgbClr val="000000"/>
                </a:solidFill>
              </a:rPr>
              <a:t>A sender host device transforms digital data 0 1 0 1 ….1 0 1 continues to </a:t>
            </a:r>
            <a:r>
              <a:rPr lang="en-US" sz="1200" b="0" i="0" dirty="0" err="1">
                <a:solidFill>
                  <a:srgbClr val="000000"/>
                </a:solidFill>
              </a:rPr>
              <a:t>to</a:t>
            </a:r>
            <a:r>
              <a:rPr lang="en-US" sz="1200" b="0" i="0" dirty="0">
                <a:solidFill>
                  <a:srgbClr val="000000"/>
                </a:solidFill>
              </a:rPr>
              <a:t> an encoder. The encoder sends to the decoder through a link. The data appears as a digital signal in between the encoder and decoder. The decoder sends the same digital data to the receiver host device that equals 0 1 0 1….1 0 1.</a:t>
            </a:r>
          </a:p>
          <a:p>
            <a:endParaRPr lang="en-IN" dirty="0"/>
          </a:p>
        </p:txBody>
      </p:sp>
      <p:sp>
        <p:nvSpPr>
          <p:cNvPr id="4" name="Slide Number Placeholder 3"/>
          <p:cNvSpPr>
            <a:spLocks noGrp="1"/>
          </p:cNvSpPr>
          <p:nvPr>
            <p:ph type="sldNum" sz="quarter" idx="10"/>
          </p:nvPr>
        </p:nvSpPr>
        <p:spPr/>
        <p:txBody>
          <a:bodyPr/>
          <a:lstStyle/>
          <a:p>
            <a:fld id="{29DB8B88-7B19-4444-8C00-276D3F703348}" type="slidenum">
              <a:rPr lang="en-US" smtClean="0"/>
              <a:pPr/>
              <a:t>75</a:t>
            </a:fld>
            <a:endParaRPr lang="en-US"/>
          </a:p>
        </p:txBody>
      </p:sp>
    </p:spTree>
    <p:extLst>
      <p:ext uri="{BB962C8B-B14F-4D97-AF65-F5344CB8AC3E}">
        <p14:creationId xmlns:p14="http://schemas.microsoft.com/office/powerpoint/2010/main" xmlns="" val="24704897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29DB8B88-7B19-4444-8C00-276D3F703348}" type="slidenum">
              <a:rPr lang="en-US" smtClean="0"/>
              <a:pPr/>
              <a:t>87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xmlns=""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xmlns=""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xmlns=""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xmlns=""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013891"/>
            <a:ext cx="2788920" cy="517585"/>
          </a:xfrm>
          <a:prstGeom prst="rect">
            <a:avLst/>
          </a:prstGeom>
        </p:spPr>
        <p:txBody>
          <a:bodyPr anchor="b">
            <a:noAutofit/>
          </a:bodyPr>
          <a:lstStyle>
            <a:lvl1pPr algn="l">
              <a:lnSpc>
                <a:spcPct val="100000"/>
              </a:lnSpc>
              <a:defRPr sz="2600" b="1">
                <a:solidFill>
                  <a:schemeClr val="bg1"/>
                </a:solidFill>
              </a:defRPr>
            </a:lvl1pPr>
          </a:lstStyle>
          <a:p>
            <a:r>
              <a:rPr lang="en-US" dirty="0"/>
              <a:t>Chapter #</a:t>
            </a:r>
          </a:p>
        </p:txBody>
      </p:sp>
      <p:sp>
        <p:nvSpPr>
          <p:cNvPr id="8" name="Subtitle"/>
          <p:cNvSpPr>
            <a:spLocks noGrp="1"/>
          </p:cNvSpPr>
          <p:nvPr>
            <p:ph type="subTitle" idx="1" hasCustomPrompt="1"/>
          </p:nvPr>
        </p:nvSpPr>
        <p:spPr>
          <a:xfrm>
            <a:off x="621792" y="3789298"/>
            <a:ext cx="2788920" cy="895443"/>
          </a:xfrm>
          <a:prstGeom prst="rect">
            <a:avLst/>
          </a:prstGeom>
        </p:spPr>
        <p:txBody>
          <a:bodyPr anchor="b"/>
          <a:lstStyle>
            <a:lvl1pPr marL="0" indent="0" algn="l">
              <a:buNone/>
              <a:defRPr sz="18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Title</a:t>
            </a:r>
          </a:p>
        </p:txBody>
      </p:sp>
      <p:cxnSp>
        <p:nvCxnSpPr>
          <p:cNvPr id="9" name="MHE line separating subtitles from text">
            <a:extLst>
              <a:ext uri="{FF2B5EF4-FFF2-40B4-BE49-F238E27FC236}">
                <a16:creationId xmlns:a16="http://schemas.microsoft.com/office/drawing/2014/main" xmlns="" id="{EC86C884-D766-9149-B40E-B86A943DE6D1}"/>
              </a:ext>
              <a:ext uri="{C183D7F6-B498-43B3-948B-1728B52AA6E4}">
                <adec:decorative xmlns:adec="http://schemas.microsoft.com/office/drawing/2017/decorative" xmlns="" val="1"/>
              </a:ext>
            </a:extLst>
          </p:cNvPr>
          <p:cNvCxnSpPr>
            <a:cxnSpLocks/>
          </p:cNvCxnSpPr>
          <p:nvPr userDrawn="1"/>
        </p:nvCxnSpPr>
        <p:spPr>
          <a:xfrm>
            <a:off x="713232" y="4740800"/>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4796860"/>
            <a:ext cx="2788920" cy="830493"/>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Book Title</a:t>
            </a:r>
          </a:p>
          <a:p>
            <a:pPr lvl="0"/>
            <a:r>
              <a:rPr lang="en-US" dirty="0"/>
              <a:t># EDITION</a:t>
            </a:r>
          </a:p>
          <a:p>
            <a:pPr lvl="0"/>
            <a:r>
              <a:rPr lang="en-US" dirty="0"/>
              <a:t>AUTHOR NAME</a:t>
            </a:r>
          </a:p>
        </p:txBody>
      </p:sp>
      <p:sp>
        <p:nvSpPr>
          <p:cNvPr id="3" name="Cover Placeholder">
            <a:extLst>
              <a:ext uri="{FF2B5EF4-FFF2-40B4-BE49-F238E27FC236}">
                <a16:creationId xmlns:a16="http://schemas.microsoft.com/office/drawing/2014/main" xmlns=""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12" name="Text Placeholder 4">
            <a:extLst>
              <a:ext uri="{FF2B5EF4-FFF2-40B4-BE49-F238E27FC236}">
                <a16:creationId xmlns:a16="http://schemas.microsoft.com/office/drawing/2014/main" xmlns="" id="{9A173545-841C-4223-9A68-69230AA95660}"/>
              </a:ext>
            </a:extLst>
          </p:cNvPr>
          <p:cNvSpPr>
            <a:spLocks noGrp="1"/>
          </p:cNvSpPr>
          <p:nvPr>
            <p:ph type="body" sz="quarter" idx="13" hasCustomPrompt="1"/>
          </p:nvPr>
        </p:nvSpPr>
        <p:spPr>
          <a:xfrm>
            <a:off x="0" y="6483095"/>
            <a:ext cx="9144000" cy="374904"/>
          </a:xfrm>
          <a:prstGeom prst="rect">
            <a:avLst/>
          </a:prstGeom>
        </p:spPr>
        <p:txBody>
          <a:bodyPr anchor="ctr"/>
          <a:lstStyle>
            <a:lvl1pPr algn="ctr">
              <a:spcBef>
                <a:spcPts val="192"/>
              </a:spcBef>
              <a:defRPr sz="800">
                <a:solidFill>
                  <a:schemeClr val="tx1"/>
                </a:solidFill>
              </a:defRPr>
            </a:lvl1pPr>
          </a:lstStyle>
          <a:p>
            <a:pPr defTabSz="457200">
              <a:spcBef>
                <a:spcPct val="20000"/>
              </a:spcBef>
              <a:defRPr/>
            </a:pPr>
            <a:r>
              <a:rPr lang="en-US" dirty="0"/>
              <a:t>© &lt; add the year&gt; McGraw Hill, LLC. All rights reserved. Authorized only for instructor use in the classroom.</a:t>
            </a:r>
          </a:p>
          <a:p>
            <a:pPr defTabSz="457200">
              <a:spcBef>
                <a:spcPct val="20000"/>
              </a:spcBef>
              <a:defRPr/>
            </a:pPr>
            <a:r>
              <a:rPr lang="en-US" dirty="0"/>
              <a:t>No reproduction or further distribution permitted without the prior written consent of McGraw Hill, LLC.</a:t>
            </a:r>
          </a:p>
        </p:txBody>
      </p:sp>
    </p:spTree>
    <p:extLst>
      <p:ext uri="{BB962C8B-B14F-4D97-AF65-F5344CB8AC3E}">
        <p14:creationId xmlns:p14="http://schemas.microsoft.com/office/powerpoint/2010/main" xmlns="" val="1001655917"/>
      </p:ext>
    </p:extLst>
  </p:cSld>
  <p:clrMapOvr>
    <a:masterClrMapping/>
  </p:clrMapOvr>
  <p:extLst>
    <p:ext uri="{DCECCB84-F9BA-43D5-87BE-67443E8EF086}">
      <p15:sldGuideLst xmlns:p15="http://schemas.microsoft.com/office/powerpoint/2012/main" xmlns="">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xmlns="" id="{E2D8ACCF-E5FC-4FE9-9E84-B2A0A6B1EEBA}"/>
              </a:ext>
              <a:ext uri="{C183D7F6-B498-43B3-948B-1728B52AA6E4}">
                <adec:decorative xmlns:adec="http://schemas.microsoft.com/office/drawing/2017/decorative" xmlns=""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xmlns=""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xmlns=""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513282"/>
          </a:xfrm>
          <a:prstGeom prst="rect">
            <a:avLst/>
          </a:prstGeom>
        </p:spPr>
        <p:txBody>
          <a:bodyPr anchor="b">
            <a:noAutofit/>
          </a:bodyPr>
          <a:lstStyle>
            <a:lvl1pPr algn="l">
              <a:lnSpc>
                <a:spcPct val="100000"/>
              </a:lnSpc>
              <a:defRPr sz="2600" b="1">
                <a:solidFill>
                  <a:schemeClr val="bg1"/>
                </a:solidFill>
              </a:defRPr>
            </a:lvl1pPr>
          </a:lstStyle>
          <a:p>
            <a:r>
              <a:rPr lang="en-US" dirty="0"/>
              <a:t>Chapter #</a:t>
            </a:r>
          </a:p>
        </p:txBody>
      </p:sp>
      <p:sp>
        <p:nvSpPr>
          <p:cNvPr id="8" name="Subtitle"/>
          <p:cNvSpPr>
            <a:spLocks noGrp="1"/>
          </p:cNvSpPr>
          <p:nvPr userDrawn="1">
            <p:ph type="subTitle" idx="1" hasCustomPrompt="1"/>
          </p:nvPr>
        </p:nvSpPr>
        <p:spPr>
          <a:xfrm>
            <a:off x="621792" y="3281532"/>
            <a:ext cx="3035808" cy="957094"/>
          </a:xfrm>
          <a:prstGeom prst="rect">
            <a:avLst/>
          </a:prstGeom>
        </p:spPr>
        <p:txBody>
          <a:bodyPr anchor="b"/>
          <a:lstStyle>
            <a:lvl1pPr marL="0" indent="0" algn="l">
              <a:buNone/>
              <a:defRPr sz="18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Title</a:t>
            </a:r>
          </a:p>
        </p:txBody>
      </p:sp>
      <p:cxnSp>
        <p:nvCxnSpPr>
          <p:cNvPr id="9" name="MHE line separating subtitles from text">
            <a:extLst>
              <a:ext uri="{FF2B5EF4-FFF2-40B4-BE49-F238E27FC236}">
                <a16:creationId xmlns:a16="http://schemas.microsoft.com/office/drawing/2014/main" xmlns="" id="{EC86C884-D766-9149-B40E-B86A943DE6D1}"/>
              </a:ext>
              <a:ext uri="{C183D7F6-B498-43B3-948B-1728B52AA6E4}">
                <adec:decorative xmlns:adec="http://schemas.microsoft.com/office/drawing/2017/decorative" xmlns="" val="1"/>
              </a:ext>
            </a:extLst>
          </p:cNvPr>
          <p:cNvCxnSpPr>
            <a:cxnSpLocks/>
          </p:cNvCxnSpPr>
          <p:nvPr userDrawn="1"/>
        </p:nvCxnSpPr>
        <p:spPr>
          <a:xfrm>
            <a:off x="713232" y="4304619"/>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4376387"/>
            <a:ext cx="3043303" cy="1348134"/>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Book Title</a:t>
            </a:r>
          </a:p>
          <a:p>
            <a:pPr lvl="0"/>
            <a:r>
              <a:rPr lang="en-US" dirty="0"/>
              <a:t># EDITION</a:t>
            </a:r>
          </a:p>
          <a:p>
            <a:pPr lvl="0"/>
            <a:r>
              <a:rPr lang="en-US" dirty="0"/>
              <a:t>AUTHOR NAME</a:t>
            </a:r>
          </a:p>
        </p:txBody>
      </p:sp>
      <p:sp>
        <p:nvSpPr>
          <p:cNvPr id="3" name="Cover Placeholder">
            <a:extLst>
              <a:ext uri="{FF2B5EF4-FFF2-40B4-BE49-F238E27FC236}">
                <a16:creationId xmlns:a16="http://schemas.microsoft.com/office/drawing/2014/main" xmlns=""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11" name="Text Placeholder 4">
            <a:extLst>
              <a:ext uri="{FF2B5EF4-FFF2-40B4-BE49-F238E27FC236}">
                <a16:creationId xmlns:a16="http://schemas.microsoft.com/office/drawing/2014/main" xmlns="" id="{3B0A6DCB-6F9D-4F6F-B6BA-50445811C8CC}"/>
              </a:ext>
            </a:extLst>
          </p:cNvPr>
          <p:cNvSpPr>
            <a:spLocks noGrp="1"/>
          </p:cNvSpPr>
          <p:nvPr>
            <p:ph type="body" sz="quarter" idx="13" hasCustomPrompt="1"/>
          </p:nvPr>
        </p:nvSpPr>
        <p:spPr>
          <a:xfrm>
            <a:off x="0" y="6483095"/>
            <a:ext cx="9144000" cy="374904"/>
          </a:xfrm>
          <a:prstGeom prst="rect">
            <a:avLst/>
          </a:prstGeom>
        </p:spPr>
        <p:txBody>
          <a:bodyPr anchor="ctr"/>
          <a:lstStyle>
            <a:lvl1pPr algn="ctr">
              <a:spcBef>
                <a:spcPts val="192"/>
              </a:spcBef>
              <a:defRPr sz="800">
                <a:solidFill>
                  <a:schemeClr val="tx1"/>
                </a:solidFill>
              </a:defRPr>
            </a:lvl1pPr>
          </a:lstStyle>
          <a:p>
            <a:pPr defTabSz="457200">
              <a:spcBef>
                <a:spcPct val="20000"/>
              </a:spcBef>
              <a:defRPr/>
            </a:pPr>
            <a:r>
              <a:rPr lang="en-US" dirty="0"/>
              <a:t>© &lt; add the year&gt; McGraw Hill, LLC. All rights reserved. Authorized only for instructor use in the classroom.</a:t>
            </a:r>
          </a:p>
          <a:p>
            <a:pPr defTabSz="457200">
              <a:spcBef>
                <a:spcPct val="20000"/>
              </a:spcBef>
              <a:defRPr/>
            </a:pPr>
            <a:r>
              <a:rPr lang="en-US" dirty="0"/>
              <a:t>No reproduction or further distribution permitted without the prior written consent of McGraw Hill, LLC.</a:t>
            </a:r>
          </a:p>
        </p:txBody>
      </p:sp>
    </p:spTree>
    <p:extLst>
      <p:ext uri="{BB962C8B-B14F-4D97-AF65-F5344CB8AC3E}">
        <p14:creationId xmlns:p14="http://schemas.microsoft.com/office/powerpoint/2010/main" xmlns="" val="2489068921"/>
      </p:ext>
    </p:extLst>
  </p:cSld>
  <p:clrMapOvr>
    <a:masterClrMapping/>
  </p:clrMapOvr>
  <p:extLst>
    <p:ext uri="{DCECCB84-F9BA-43D5-87BE-67443E8EF086}">
      <p15:sldGuideLst xmlns:p15="http://schemas.microsoft.com/office/powerpoint/2012/main" xmlns="">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xmlns=""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xmlns=""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xmlns=""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xmlns=""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hasCustomPrompt="1"/>
          </p:nvPr>
        </p:nvSpPr>
        <p:spPr>
          <a:xfrm>
            <a:off x="777240" y="2691271"/>
            <a:ext cx="4297680" cy="576185"/>
          </a:xfrm>
          <a:prstGeom prst="rect">
            <a:avLst/>
          </a:prstGeom>
        </p:spPr>
        <p:txBody>
          <a:bodyPr anchor="t">
            <a:noAutofit/>
          </a:bodyPr>
          <a:lstStyle>
            <a:lvl1pPr algn="l">
              <a:lnSpc>
                <a:spcPct val="100000"/>
              </a:lnSpc>
              <a:defRPr sz="2600" b="1">
                <a:solidFill>
                  <a:schemeClr val="bg1"/>
                </a:solidFill>
              </a:defRPr>
            </a:lvl1pPr>
          </a:lstStyle>
          <a:p>
            <a:r>
              <a:rPr lang="en-US" dirty="0"/>
              <a:t>Chapter #</a:t>
            </a:r>
          </a:p>
        </p:txBody>
      </p:sp>
      <p:sp>
        <p:nvSpPr>
          <p:cNvPr id="3" name="Subtitle"/>
          <p:cNvSpPr>
            <a:spLocks noGrp="1"/>
          </p:cNvSpPr>
          <p:nvPr>
            <p:ph type="subTitle" idx="1" hasCustomPrompt="1"/>
          </p:nvPr>
        </p:nvSpPr>
        <p:spPr>
          <a:xfrm>
            <a:off x="782057" y="3525088"/>
            <a:ext cx="5513639" cy="979282"/>
          </a:xfrm>
          <a:prstGeom prst="rect">
            <a:avLst/>
          </a:prstGeom>
        </p:spPr>
        <p:txBody>
          <a:bodyPr anchor="b"/>
          <a:lstStyle>
            <a:lvl1pPr marL="0" indent="0" algn="l">
              <a:buNone/>
              <a:defRPr sz="20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Title</a:t>
            </a:r>
          </a:p>
        </p:txBody>
      </p:sp>
      <p:cxnSp>
        <p:nvCxnSpPr>
          <p:cNvPr id="21" name="MHE line separating subtitles from text">
            <a:extLst>
              <a:ext uri="{FF2B5EF4-FFF2-40B4-BE49-F238E27FC236}">
                <a16:creationId xmlns:a16="http://schemas.microsoft.com/office/drawing/2014/main" xmlns="" id="{EC86C884-D766-9149-B40E-B86A943DE6D1}"/>
              </a:ext>
              <a:ext uri="{C183D7F6-B498-43B3-948B-1728B52AA6E4}">
                <adec:decorative xmlns:adec="http://schemas.microsoft.com/office/drawing/2017/decorative" xmlns=""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hasCustomPrompt="1"/>
          </p:nvPr>
        </p:nvSpPr>
        <p:spPr>
          <a:xfrm>
            <a:off x="777240" y="4718304"/>
            <a:ext cx="4443413" cy="1283104"/>
          </a:xfrm>
          <a:prstGeom prst="rect">
            <a:avLst/>
          </a:prstGeom>
        </p:spPr>
        <p:txBody>
          <a:bodyPr/>
          <a:lstStyle>
            <a:lvl1pPr>
              <a:spcBef>
                <a:spcPts val="0"/>
              </a:spcBef>
              <a:defRPr sz="18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Book Title</a:t>
            </a:r>
          </a:p>
          <a:p>
            <a:pPr lvl="0"/>
            <a:r>
              <a:rPr lang="en-US" dirty="0"/>
              <a:t># EDITION</a:t>
            </a:r>
          </a:p>
          <a:p>
            <a:pPr lvl="0"/>
            <a:r>
              <a:rPr lang="en-US" dirty="0"/>
              <a:t>AUTHOR NAME</a:t>
            </a:r>
          </a:p>
        </p:txBody>
      </p:sp>
      <p:sp>
        <p:nvSpPr>
          <p:cNvPr id="14" name="Text Placeholder 4">
            <a:extLst>
              <a:ext uri="{FF2B5EF4-FFF2-40B4-BE49-F238E27FC236}">
                <a16:creationId xmlns:a16="http://schemas.microsoft.com/office/drawing/2014/main" xmlns="" id="{2170D5CB-0D03-4C4A-BFC9-9923AD1D35C5}"/>
              </a:ext>
            </a:extLst>
          </p:cNvPr>
          <p:cNvSpPr>
            <a:spLocks noGrp="1"/>
          </p:cNvSpPr>
          <p:nvPr>
            <p:ph type="body" sz="quarter" idx="13" hasCustomPrompt="1"/>
          </p:nvPr>
        </p:nvSpPr>
        <p:spPr>
          <a:xfrm>
            <a:off x="0" y="6483095"/>
            <a:ext cx="9144000" cy="374904"/>
          </a:xfrm>
          <a:prstGeom prst="rect">
            <a:avLst/>
          </a:prstGeom>
        </p:spPr>
        <p:txBody>
          <a:bodyPr anchor="ctr"/>
          <a:lstStyle>
            <a:lvl1pPr algn="ctr">
              <a:spcBef>
                <a:spcPts val="192"/>
              </a:spcBef>
              <a:defRPr sz="800">
                <a:solidFill>
                  <a:schemeClr val="tx1"/>
                </a:solidFill>
              </a:defRPr>
            </a:lvl1pPr>
          </a:lstStyle>
          <a:p>
            <a:pPr defTabSz="457200">
              <a:spcBef>
                <a:spcPct val="20000"/>
              </a:spcBef>
              <a:defRPr/>
            </a:pPr>
            <a:r>
              <a:rPr lang="en-US" dirty="0"/>
              <a:t>© &lt; add the year&gt; McGraw Hill, LLC. All rights reserved. Authorized only for instructor use in the classroom.</a:t>
            </a:r>
          </a:p>
          <a:p>
            <a:pPr defTabSz="457200">
              <a:spcBef>
                <a:spcPct val="20000"/>
              </a:spcBef>
              <a:defRPr/>
            </a:pPr>
            <a:r>
              <a:rPr lang="en-US" dirty="0"/>
              <a:t>No reproduction or further distribution permitted without the prior written consent of McGraw Hill, LLC.</a:t>
            </a:r>
          </a:p>
        </p:txBody>
      </p:sp>
    </p:spTree>
    <p:extLst>
      <p:ext uri="{BB962C8B-B14F-4D97-AF65-F5344CB8AC3E}">
        <p14:creationId xmlns:p14="http://schemas.microsoft.com/office/powerpoint/2010/main" xmlns="" val="380643474"/>
      </p:ext>
    </p:extLst>
  </p:cSld>
  <p:clrMapOvr>
    <a:masterClrMapping/>
  </p:clrMapOvr>
  <p:extLst>
    <p:ext uri="{DCECCB84-F9BA-43D5-87BE-67443E8EF086}">
      <p15:sldGuideLst xmlns:p15="http://schemas.microsoft.com/office/powerpoint/2012/main" xmlns="">
        <p15:guide id="1" orient="horz" pos="9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xmlns="" id="{7A14A7A9-A9D7-4A08-A24F-4D1C1F4C29CE}"/>
              </a:ext>
              <a:ext uri="{C183D7F6-B498-43B3-948B-1728B52AA6E4}">
                <adec:decorative xmlns:adec="http://schemas.microsoft.com/office/drawing/2017/decorative" xmlns=""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xmlns=""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xmlns=""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hasCustomPrompt="1"/>
          </p:nvPr>
        </p:nvSpPr>
        <p:spPr>
          <a:xfrm>
            <a:off x="567378" y="2320032"/>
            <a:ext cx="5223822" cy="549295"/>
          </a:xfrm>
          <a:prstGeom prst="rect">
            <a:avLst/>
          </a:prstGeom>
        </p:spPr>
        <p:txBody>
          <a:bodyPr anchor="t">
            <a:noAutofit/>
          </a:bodyPr>
          <a:lstStyle>
            <a:lvl1pPr algn="l">
              <a:lnSpc>
                <a:spcPct val="100000"/>
              </a:lnSpc>
              <a:defRPr sz="2600" b="1">
                <a:solidFill>
                  <a:schemeClr val="bg1"/>
                </a:solidFill>
              </a:defRPr>
            </a:lvl1pPr>
          </a:lstStyle>
          <a:p>
            <a:r>
              <a:rPr lang="en-US" dirty="0"/>
              <a:t>Chapter #</a:t>
            </a:r>
          </a:p>
        </p:txBody>
      </p:sp>
      <p:sp>
        <p:nvSpPr>
          <p:cNvPr id="3" name="Subtitle"/>
          <p:cNvSpPr>
            <a:spLocks noGrp="1"/>
          </p:cNvSpPr>
          <p:nvPr userDrawn="1">
            <p:ph type="subTitle" idx="1" hasCustomPrompt="1"/>
          </p:nvPr>
        </p:nvSpPr>
        <p:spPr>
          <a:xfrm>
            <a:off x="567378" y="3247693"/>
            <a:ext cx="5644236" cy="1279162"/>
          </a:xfrm>
          <a:prstGeom prst="rect">
            <a:avLst/>
          </a:prstGeom>
        </p:spPr>
        <p:txBody>
          <a:bodyPr anchor="b"/>
          <a:lstStyle>
            <a:lvl1pPr marL="0" indent="0" algn="l">
              <a:buNone/>
              <a:defRPr sz="20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Title</a:t>
            </a:r>
          </a:p>
        </p:txBody>
      </p:sp>
      <p:cxnSp>
        <p:nvCxnSpPr>
          <p:cNvPr id="21" name="MHE line separating subtitles from text">
            <a:extLst>
              <a:ext uri="{FF2B5EF4-FFF2-40B4-BE49-F238E27FC236}">
                <a16:creationId xmlns:a16="http://schemas.microsoft.com/office/drawing/2014/main" xmlns="" id="{EC86C884-D766-9149-B40E-B86A943DE6D1}"/>
              </a:ext>
              <a:ext uri="{C183D7F6-B498-43B3-948B-1728B52AA6E4}">
                <adec:decorative xmlns:adec="http://schemas.microsoft.com/office/drawing/2017/decorative" xmlns="" val="1"/>
              </a:ext>
            </a:extLst>
          </p:cNvPr>
          <p:cNvCxnSpPr>
            <a:cxnSpLocks/>
          </p:cNvCxnSpPr>
          <p:nvPr userDrawn="1"/>
        </p:nvCxnSpPr>
        <p:spPr>
          <a:xfrm>
            <a:off x="702310"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hasCustomPrompt="1"/>
          </p:nvPr>
        </p:nvSpPr>
        <p:spPr>
          <a:xfrm>
            <a:off x="567378" y="4770769"/>
            <a:ext cx="4443413" cy="1279151"/>
          </a:xfrm>
          <a:prstGeom prst="rect">
            <a:avLst/>
          </a:prstGeom>
        </p:spPr>
        <p:txBody>
          <a:bodyPr/>
          <a:lstStyle>
            <a:lvl1pPr>
              <a:spcBef>
                <a:spcPts val="0"/>
              </a:spcBef>
              <a:defRPr sz="18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Book Title</a:t>
            </a:r>
          </a:p>
          <a:p>
            <a:pPr lvl="0"/>
            <a:r>
              <a:rPr lang="en-US" dirty="0"/>
              <a:t># EDITION</a:t>
            </a:r>
          </a:p>
          <a:p>
            <a:pPr lvl="0"/>
            <a:r>
              <a:rPr lang="en-US" dirty="0"/>
              <a:t>AUTHOR NAME</a:t>
            </a:r>
          </a:p>
        </p:txBody>
      </p:sp>
      <p:sp>
        <p:nvSpPr>
          <p:cNvPr id="10" name="Text Placeholder 4">
            <a:extLst>
              <a:ext uri="{FF2B5EF4-FFF2-40B4-BE49-F238E27FC236}">
                <a16:creationId xmlns:a16="http://schemas.microsoft.com/office/drawing/2014/main" xmlns="" id="{82576527-CE03-41D2-AE4B-BA146BC6180F}"/>
              </a:ext>
            </a:extLst>
          </p:cNvPr>
          <p:cNvSpPr>
            <a:spLocks noGrp="1"/>
          </p:cNvSpPr>
          <p:nvPr>
            <p:ph type="body" sz="quarter" idx="13" hasCustomPrompt="1"/>
          </p:nvPr>
        </p:nvSpPr>
        <p:spPr>
          <a:xfrm>
            <a:off x="0" y="6483095"/>
            <a:ext cx="9144000" cy="374904"/>
          </a:xfrm>
          <a:prstGeom prst="rect">
            <a:avLst/>
          </a:prstGeom>
        </p:spPr>
        <p:txBody>
          <a:bodyPr anchor="ctr"/>
          <a:lstStyle>
            <a:lvl1pPr algn="ctr">
              <a:spcBef>
                <a:spcPts val="192"/>
              </a:spcBef>
              <a:defRPr sz="800">
                <a:solidFill>
                  <a:schemeClr val="tx1"/>
                </a:solidFill>
              </a:defRPr>
            </a:lvl1pPr>
          </a:lstStyle>
          <a:p>
            <a:pPr defTabSz="457200">
              <a:spcBef>
                <a:spcPct val="20000"/>
              </a:spcBef>
              <a:defRPr/>
            </a:pPr>
            <a:r>
              <a:rPr lang="en-US" dirty="0"/>
              <a:t>© &lt; add the year&gt; McGraw Hill, LLC. All rights reserved. Authorized only for instructor use in the classroom.</a:t>
            </a:r>
          </a:p>
          <a:p>
            <a:pPr defTabSz="457200">
              <a:spcBef>
                <a:spcPct val="20000"/>
              </a:spcBef>
              <a:defRPr/>
            </a:pPr>
            <a:r>
              <a:rPr lang="en-US" dirty="0"/>
              <a:t>No reproduction or further distribution permitted without the prior written consent of McGraw Hill, LLC.</a:t>
            </a:r>
          </a:p>
        </p:txBody>
      </p:sp>
    </p:spTree>
    <p:extLst>
      <p:ext uri="{BB962C8B-B14F-4D97-AF65-F5344CB8AC3E}">
        <p14:creationId xmlns:p14="http://schemas.microsoft.com/office/powerpoint/2010/main" xmlns="" val="1233895555"/>
      </p:ext>
    </p:extLst>
  </p:cSld>
  <p:clrMapOvr>
    <a:masterClrMapping/>
  </p:clrMapOvr>
  <p:extLst>
    <p:ext uri="{DCECCB84-F9BA-43D5-87BE-67443E8EF086}">
      <p15:sldGuideLst xmlns:p15="http://schemas.microsoft.com/office/powerpoint/2012/main" xmlns="">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One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10"/>
            <a:ext cx="8458200" cy="4974336"/>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7" name="Credit line">
            <a:extLst>
              <a:ext uri="{FF2B5EF4-FFF2-40B4-BE49-F238E27FC236}">
                <a16:creationId xmlns:a16="http://schemas.microsoft.com/office/drawing/2014/main" xmlns="" id="{DC5F74A8-3DBB-43E2-AEB1-B8D6F0E02D24}"/>
              </a:ext>
            </a:extLst>
          </p:cNvPr>
          <p:cNvSpPr>
            <a:spLocks noGrp="1"/>
          </p:cNvSpPr>
          <p:nvPr>
            <p:ph type="body" sz="quarter" idx="39" hasCustomPrompt="1"/>
          </p:nvPr>
        </p:nvSpPr>
        <p:spPr>
          <a:xfrm>
            <a:off x="3725160" y="6676644"/>
            <a:ext cx="4846320" cy="181356"/>
          </a:xfrm>
        </p:spPr>
        <p:txBody>
          <a:bodyPr anchor="ctr">
            <a:noAutofit/>
          </a:bodyPr>
          <a:lstStyle>
            <a:lvl1pPr algn="r">
              <a:defRPr sz="800">
                <a:solidFill>
                  <a:srgbClr val="595959"/>
                </a:solidFill>
              </a:defRPr>
            </a:lvl1pPr>
            <a:lvl2pPr marL="1588" indent="0">
              <a:buNone/>
              <a:defRPr/>
            </a:lvl2pPr>
          </a:lstStyle>
          <a:p>
            <a:pPr lvl="0"/>
            <a:r>
              <a:rPr lang="en-US" dirty="0"/>
              <a:t>Insert Image Credit Here</a:t>
            </a:r>
          </a:p>
        </p:txBody>
      </p:sp>
      <p:sp>
        <p:nvSpPr>
          <p:cNvPr id="8" name="Appendix Link">
            <a:extLst>
              <a:ext uri="{FF2B5EF4-FFF2-40B4-BE49-F238E27FC236}">
                <a16:creationId xmlns:a16="http://schemas.microsoft.com/office/drawing/2014/main" xmlns="" id="{9E42DD00-D3A0-49C1-B804-0FA8773ED335}"/>
              </a:ext>
            </a:extLst>
          </p:cNvPr>
          <p:cNvSpPr>
            <a:spLocks noGrp="1"/>
          </p:cNvSpPr>
          <p:nvPr>
            <p:ph type="body" sz="quarter" idx="40" hasCustomPrompt="1"/>
          </p:nvPr>
        </p:nvSpPr>
        <p:spPr>
          <a:xfrm>
            <a:off x="3200400" y="6301016"/>
            <a:ext cx="2743200" cy="192024"/>
          </a:xfrm>
        </p:spPr>
        <p:txBody>
          <a:bodyPr anchor="ctr">
            <a:noAutofit/>
          </a:bodyPr>
          <a:lstStyle>
            <a:lvl1pPr algn="ctr">
              <a:defRPr sz="900"/>
            </a:lvl1pPr>
          </a:lstStyle>
          <a:p>
            <a:pPr lvl="0"/>
            <a:r>
              <a:rPr lang="en-US" dirty="0"/>
              <a:t>Add text alternative link, if needed.</a:t>
            </a:r>
          </a:p>
        </p:txBody>
      </p:sp>
      <p:sp>
        <p:nvSpPr>
          <p:cNvPr id="9" name="Slide Number Placeholder">
            <a:extLst>
              <a:ext uri="{FF2B5EF4-FFF2-40B4-BE49-F238E27FC236}">
                <a16:creationId xmlns:a16="http://schemas.microsoft.com/office/drawing/2014/main" xmlns="" id="{359E2559-6DDB-4590-804E-FD84D7E50952}"/>
              </a:ext>
            </a:extLst>
          </p:cNvPr>
          <p:cNvSpPr>
            <a:spLocks noGrp="1"/>
          </p:cNvSpPr>
          <p:nvPr>
            <p:ph type="sldNum" sz="quarter" idx="10"/>
          </p:nvPr>
        </p:nvSpPr>
        <p:spPr>
          <a:xfrm>
            <a:off x="8647432" y="6684041"/>
            <a:ext cx="355840" cy="161396"/>
          </a:xfrm>
          <a:prstGeom prst="rect">
            <a:avLst/>
          </a:prstGeom>
        </p:spPr>
        <p:txBody>
          <a:bodyPr rIns="45720" anchor="ctr"/>
          <a:lstStyle>
            <a:lvl1pPr algn="r">
              <a:defRPr sz="800">
                <a:solidFill>
                  <a:srgbClr val="595959"/>
                </a:solidFill>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xmlns="" val="747284491"/>
      </p:ext>
    </p:extLst>
  </p:cSld>
  <p:clrMapOvr>
    <a:masterClrMapping/>
  </p:clrMapOvr>
  <p:extLst>
    <p:ext uri="{DCECCB84-F9BA-43D5-87BE-67443E8EF086}">
      <p15:sldGuideLst xmlns:p15="http://schemas.microsoft.com/office/powerpoint/2012/main" xmlns="">
        <p15:guide id="1" orient="horz" pos="2592">
          <p15:clr>
            <a:srgbClr val="FBAE40"/>
          </p15:clr>
        </p15:guide>
        <p15:guide id="2" orient="horz" pos="273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wo Vertic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10"/>
            <a:ext cx="8458200" cy="2377440"/>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xmlns="" id="{3356A590-66B5-4770-8441-82DC031F56EA}"/>
              </a:ext>
            </a:extLst>
          </p:cNvPr>
          <p:cNvSpPr>
            <a:spLocks noGrp="1"/>
          </p:cNvSpPr>
          <p:nvPr>
            <p:ph sz="quarter" idx="15" hasCustomPrompt="1"/>
          </p:nvPr>
        </p:nvSpPr>
        <p:spPr>
          <a:xfrm>
            <a:off x="342900" y="3873606"/>
            <a:ext cx="8458200" cy="2377440"/>
          </a:xfrm>
        </p:spPr>
        <p:txBody>
          <a:bodyPr>
            <a:noAutofit/>
          </a:bodyPr>
          <a:lstStyle>
            <a:lvl1pPr>
              <a:defRPr sz="2400"/>
            </a:lvl1pPr>
            <a:lvl2pPr>
              <a:defRPr sz="2400"/>
            </a:lvl2pPr>
            <a:lvl3pPr marL="640080">
              <a:defRPr sz="2000"/>
            </a:lvl3pPr>
          </a:lstStyle>
          <a:p>
            <a:pPr lvl="0"/>
            <a:r>
              <a:rPr lang="en-US" dirty="0"/>
              <a:t>Slide Content 2</a:t>
            </a:r>
          </a:p>
          <a:p>
            <a:pPr lvl="1"/>
            <a:r>
              <a:rPr lang="en-US" dirty="0"/>
              <a:t>Second level</a:t>
            </a:r>
          </a:p>
          <a:p>
            <a:pPr lvl="2"/>
            <a:r>
              <a:rPr lang="en-US" dirty="0"/>
              <a:t>Third level</a:t>
            </a:r>
          </a:p>
        </p:txBody>
      </p:sp>
      <p:sp>
        <p:nvSpPr>
          <p:cNvPr id="9" name="Credit line">
            <a:extLst>
              <a:ext uri="{FF2B5EF4-FFF2-40B4-BE49-F238E27FC236}">
                <a16:creationId xmlns:a16="http://schemas.microsoft.com/office/drawing/2014/main" xmlns="" id="{86833EA1-1388-4093-B646-207F3BD9BD5C}"/>
              </a:ext>
            </a:extLst>
          </p:cNvPr>
          <p:cNvSpPr>
            <a:spLocks noGrp="1"/>
          </p:cNvSpPr>
          <p:nvPr>
            <p:ph type="body" sz="quarter" idx="39" hasCustomPrompt="1"/>
          </p:nvPr>
        </p:nvSpPr>
        <p:spPr>
          <a:xfrm>
            <a:off x="3725160" y="6676644"/>
            <a:ext cx="4846320" cy="181356"/>
          </a:xfrm>
        </p:spPr>
        <p:txBody>
          <a:bodyPr anchor="ctr">
            <a:noAutofit/>
          </a:bodyPr>
          <a:lstStyle>
            <a:lvl1pPr algn="r">
              <a:defRPr sz="800">
                <a:solidFill>
                  <a:srgbClr val="595959"/>
                </a:solidFill>
              </a:defRPr>
            </a:lvl1pPr>
            <a:lvl2pPr marL="1588" indent="0">
              <a:buNone/>
              <a:defRPr/>
            </a:lvl2pPr>
          </a:lstStyle>
          <a:p>
            <a:pPr lvl="0"/>
            <a:r>
              <a:rPr lang="en-US" dirty="0"/>
              <a:t>Insert Image Credit Here</a:t>
            </a:r>
          </a:p>
        </p:txBody>
      </p:sp>
      <p:sp>
        <p:nvSpPr>
          <p:cNvPr id="11" name="Appendix Link">
            <a:extLst>
              <a:ext uri="{FF2B5EF4-FFF2-40B4-BE49-F238E27FC236}">
                <a16:creationId xmlns:a16="http://schemas.microsoft.com/office/drawing/2014/main" xmlns="" id="{A2E2B415-C68F-4A1B-839A-5499ADD16C5B}"/>
              </a:ext>
            </a:extLst>
          </p:cNvPr>
          <p:cNvSpPr>
            <a:spLocks noGrp="1"/>
          </p:cNvSpPr>
          <p:nvPr>
            <p:ph type="body" sz="quarter" idx="40" hasCustomPrompt="1"/>
          </p:nvPr>
        </p:nvSpPr>
        <p:spPr>
          <a:xfrm>
            <a:off x="3200400" y="6301016"/>
            <a:ext cx="2743200" cy="192024"/>
          </a:xfrm>
        </p:spPr>
        <p:txBody>
          <a:bodyPr anchor="ctr">
            <a:noAutofit/>
          </a:bodyPr>
          <a:lstStyle>
            <a:lvl1pPr algn="ctr">
              <a:defRPr sz="900"/>
            </a:lvl1pPr>
          </a:lstStyle>
          <a:p>
            <a:pPr lvl="0"/>
            <a:r>
              <a:rPr lang="en-US" dirty="0"/>
              <a:t>Add text alternative link, if needed.</a:t>
            </a:r>
          </a:p>
        </p:txBody>
      </p:sp>
      <p:sp>
        <p:nvSpPr>
          <p:cNvPr id="12" name="Slide Number Placeholder">
            <a:extLst>
              <a:ext uri="{FF2B5EF4-FFF2-40B4-BE49-F238E27FC236}">
                <a16:creationId xmlns:a16="http://schemas.microsoft.com/office/drawing/2014/main" xmlns="" id="{90391B14-3F86-4388-B43F-6C270A673CA4}"/>
              </a:ext>
            </a:extLst>
          </p:cNvPr>
          <p:cNvSpPr>
            <a:spLocks noGrp="1"/>
          </p:cNvSpPr>
          <p:nvPr>
            <p:ph type="sldNum" sz="quarter" idx="10"/>
          </p:nvPr>
        </p:nvSpPr>
        <p:spPr>
          <a:xfrm>
            <a:off x="8647432" y="6684041"/>
            <a:ext cx="355840" cy="161396"/>
          </a:xfrm>
          <a:prstGeom prst="rect">
            <a:avLst/>
          </a:prstGeom>
        </p:spPr>
        <p:txBody>
          <a:bodyPr rIns="45720" anchor="ctr"/>
          <a:lstStyle>
            <a:lvl1pPr algn="r">
              <a:defRPr sz="800">
                <a:solidFill>
                  <a:srgbClr val="595959"/>
                </a:solidFill>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xmlns="" val="976129378"/>
      </p:ext>
    </p:extLst>
  </p:cSld>
  <p:clrMapOvr>
    <a:masterClrMapping/>
  </p:clrMapOvr>
  <p:extLst>
    <p:ext uri="{DCECCB84-F9BA-43D5-87BE-67443E8EF086}">
      <p15:sldGuideLst xmlns:p15="http://schemas.microsoft.com/office/powerpoint/2012/main" xmlns="">
        <p15:guide id="1" orient="horz" pos="2592">
          <p15:clr>
            <a:srgbClr val="FBAE40"/>
          </p15:clr>
        </p15:guide>
        <p15:guide id="2" orient="horz" pos="273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10"/>
            <a:ext cx="4114800" cy="4974336"/>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xmlns="" id="{3356A590-66B5-4770-8441-82DC031F56EA}"/>
              </a:ext>
            </a:extLst>
          </p:cNvPr>
          <p:cNvSpPr>
            <a:spLocks noGrp="1"/>
          </p:cNvSpPr>
          <p:nvPr>
            <p:ph sz="quarter" idx="15" hasCustomPrompt="1"/>
          </p:nvPr>
        </p:nvSpPr>
        <p:spPr>
          <a:xfrm>
            <a:off x="4686300" y="1276710"/>
            <a:ext cx="4114800" cy="4974336"/>
          </a:xfrm>
        </p:spPr>
        <p:txBody>
          <a:bodyPr>
            <a:noAutofit/>
          </a:bodyPr>
          <a:lstStyle>
            <a:lvl1pPr>
              <a:defRPr sz="2400"/>
            </a:lvl1pPr>
            <a:lvl2pPr>
              <a:defRPr sz="2400"/>
            </a:lvl2pPr>
            <a:lvl3pPr marL="640080">
              <a:defRPr sz="2000"/>
            </a:lvl3pPr>
          </a:lstStyle>
          <a:p>
            <a:pPr lvl="0"/>
            <a:r>
              <a:rPr lang="en-US" dirty="0"/>
              <a:t>Slide Content 2</a:t>
            </a:r>
          </a:p>
          <a:p>
            <a:pPr lvl="1"/>
            <a:r>
              <a:rPr lang="en-US" dirty="0"/>
              <a:t>Second level</a:t>
            </a:r>
          </a:p>
          <a:p>
            <a:pPr lvl="2"/>
            <a:r>
              <a:rPr lang="en-US" dirty="0"/>
              <a:t>Third level</a:t>
            </a:r>
          </a:p>
        </p:txBody>
      </p:sp>
      <p:sp>
        <p:nvSpPr>
          <p:cNvPr id="10" name="Appendix Link">
            <a:extLst>
              <a:ext uri="{FF2B5EF4-FFF2-40B4-BE49-F238E27FC236}">
                <a16:creationId xmlns:a16="http://schemas.microsoft.com/office/drawing/2014/main" xmlns="" id="{38C03353-129A-498A-99BD-29531E469E65}"/>
              </a:ext>
            </a:extLst>
          </p:cNvPr>
          <p:cNvSpPr>
            <a:spLocks noGrp="1"/>
          </p:cNvSpPr>
          <p:nvPr>
            <p:ph type="body" sz="quarter" idx="40" hasCustomPrompt="1"/>
          </p:nvPr>
        </p:nvSpPr>
        <p:spPr>
          <a:xfrm>
            <a:off x="3200400" y="6301016"/>
            <a:ext cx="2743200" cy="192024"/>
          </a:xfrm>
        </p:spPr>
        <p:txBody>
          <a:bodyPr anchor="ctr">
            <a:noAutofit/>
          </a:bodyPr>
          <a:lstStyle>
            <a:lvl1pPr algn="ctr">
              <a:defRPr sz="900"/>
            </a:lvl1pPr>
          </a:lstStyle>
          <a:p>
            <a:pPr lvl="0"/>
            <a:r>
              <a:rPr lang="en-US" dirty="0"/>
              <a:t>Add text alternative link, if needed.</a:t>
            </a:r>
          </a:p>
        </p:txBody>
      </p:sp>
      <p:sp>
        <p:nvSpPr>
          <p:cNvPr id="9" name="Credit line">
            <a:extLst>
              <a:ext uri="{FF2B5EF4-FFF2-40B4-BE49-F238E27FC236}">
                <a16:creationId xmlns:a16="http://schemas.microsoft.com/office/drawing/2014/main" xmlns="" id="{D8DA1E33-7359-4325-8347-1A00C53B390A}"/>
              </a:ext>
            </a:extLst>
          </p:cNvPr>
          <p:cNvSpPr>
            <a:spLocks noGrp="1"/>
          </p:cNvSpPr>
          <p:nvPr>
            <p:ph type="body" sz="quarter" idx="39" hasCustomPrompt="1"/>
          </p:nvPr>
        </p:nvSpPr>
        <p:spPr>
          <a:xfrm>
            <a:off x="3725160" y="6676644"/>
            <a:ext cx="4846320" cy="181356"/>
          </a:xfrm>
        </p:spPr>
        <p:txBody>
          <a:bodyPr anchor="ctr">
            <a:noAutofit/>
          </a:bodyPr>
          <a:lstStyle>
            <a:lvl1pPr algn="r">
              <a:defRPr sz="800">
                <a:solidFill>
                  <a:srgbClr val="595959"/>
                </a:solidFill>
              </a:defRPr>
            </a:lvl1pPr>
            <a:lvl2pPr marL="1588" indent="0">
              <a:buNone/>
              <a:defRPr/>
            </a:lvl2pPr>
          </a:lstStyle>
          <a:p>
            <a:pPr lvl="0"/>
            <a:r>
              <a:rPr lang="en-US" dirty="0"/>
              <a:t>Insert Image Credit Here</a:t>
            </a:r>
          </a:p>
        </p:txBody>
      </p:sp>
      <p:sp>
        <p:nvSpPr>
          <p:cNvPr id="11" name="Appendix Link">
            <a:extLst>
              <a:ext uri="{FF2B5EF4-FFF2-40B4-BE49-F238E27FC236}">
                <a16:creationId xmlns:a16="http://schemas.microsoft.com/office/drawing/2014/main" xmlns="" id="{CBB60AD9-A193-4A23-938A-7EB502133F92}"/>
              </a:ext>
            </a:extLst>
          </p:cNvPr>
          <p:cNvSpPr>
            <a:spLocks noGrp="1"/>
          </p:cNvSpPr>
          <p:nvPr>
            <p:ph type="body" sz="quarter" idx="41" hasCustomPrompt="1"/>
          </p:nvPr>
        </p:nvSpPr>
        <p:spPr>
          <a:xfrm>
            <a:off x="3200400" y="6301016"/>
            <a:ext cx="2743200" cy="192024"/>
          </a:xfrm>
        </p:spPr>
        <p:txBody>
          <a:bodyPr anchor="ctr">
            <a:noAutofit/>
          </a:bodyPr>
          <a:lstStyle>
            <a:lvl1pPr algn="ctr">
              <a:defRPr sz="900"/>
            </a:lvl1pPr>
          </a:lstStyle>
          <a:p>
            <a:pPr lvl="0"/>
            <a:r>
              <a:rPr lang="en-US" dirty="0"/>
              <a:t>Add text alternative link, if needed.</a:t>
            </a:r>
          </a:p>
        </p:txBody>
      </p:sp>
      <p:sp>
        <p:nvSpPr>
          <p:cNvPr id="12" name="Slide Number Placeholder">
            <a:extLst>
              <a:ext uri="{FF2B5EF4-FFF2-40B4-BE49-F238E27FC236}">
                <a16:creationId xmlns:a16="http://schemas.microsoft.com/office/drawing/2014/main" xmlns="" id="{DD5AE94C-F435-408B-A12A-19FA625C7E9E}"/>
              </a:ext>
            </a:extLst>
          </p:cNvPr>
          <p:cNvSpPr>
            <a:spLocks noGrp="1"/>
          </p:cNvSpPr>
          <p:nvPr>
            <p:ph type="sldNum" sz="quarter" idx="10"/>
          </p:nvPr>
        </p:nvSpPr>
        <p:spPr>
          <a:xfrm>
            <a:off x="8647432" y="6684041"/>
            <a:ext cx="355840" cy="161396"/>
          </a:xfrm>
          <a:prstGeom prst="rect">
            <a:avLst/>
          </a:prstGeom>
        </p:spPr>
        <p:txBody>
          <a:bodyPr rIns="45720" anchor="ctr"/>
          <a:lstStyle>
            <a:lvl1pPr algn="r">
              <a:defRPr sz="800">
                <a:solidFill>
                  <a:srgbClr val="595959"/>
                </a:solidFill>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xmlns="" val="81896274"/>
      </p:ext>
    </p:extLst>
  </p:cSld>
  <p:clrMapOvr>
    <a:masterClrMapping/>
  </p:clrMapOvr>
  <p:extLst>
    <p:ext uri="{DCECCB84-F9BA-43D5-87BE-67443E8EF086}">
      <p15:sldGuideLst xmlns:p15="http://schemas.microsoft.com/office/powerpoint/2012/main" xmlns="">
        <p15:guide id="1" orient="horz" pos="2592">
          <p15:clr>
            <a:srgbClr val="FBAE40"/>
          </p15:clr>
        </p15:guide>
        <p15:guide id="2" orient="horz" pos="273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Two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10"/>
            <a:ext cx="5486400" cy="4974336"/>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xmlns="" id="{3356A590-66B5-4770-8441-82DC031F56EA}"/>
              </a:ext>
            </a:extLst>
          </p:cNvPr>
          <p:cNvSpPr>
            <a:spLocks noGrp="1"/>
          </p:cNvSpPr>
          <p:nvPr>
            <p:ph sz="quarter" idx="15" hasCustomPrompt="1"/>
          </p:nvPr>
        </p:nvSpPr>
        <p:spPr>
          <a:xfrm>
            <a:off x="6057900" y="1276710"/>
            <a:ext cx="2743200" cy="4974336"/>
          </a:xfrm>
        </p:spPr>
        <p:txBody>
          <a:bodyPr>
            <a:noAutofit/>
          </a:bodyPr>
          <a:lstStyle>
            <a:lvl1pPr>
              <a:defRPr sz="2400"/>
            </a:lvl1pPr>
            <a:lvl2pPr>
              <a:defRPr sz="2400"/>
            </a:lvl2pPr>
            <a:lvl3pPr marL="640080">
              <a:defRPr sz="2000"/>
            </a:lvl3pPr>
          </a:lstStyle>
          <a:p>
            <a:pPr lvl="0"/>
            <a:r>
              <a:rPr lang="en-US" dirty="0"/>
              <a:t>Slide Content 2</a:t>
            </a:r>
          </a:p>
          <a:p>
            <a:pPr lvl="1"/>
            <a:r>
              <a:rPr lang="en-US" dirty="0"/>
              <a:t>Second level</a:t>
            </a:r>
          </a:p>
          <a:p>
            <a:pPr lvl="2"/>
            <a:r>
              <a:rPr lang="en-US" dirty="0"/>
              <a:t>Third level</a:t>
            </a:r>
          </a:p>
        </p:txBody>
      </p:sp>
      <p:sp>
        <p:nvSpPr>
          <p:cNvPr id="9" name="Credit line">
            <a:extLst>
              <a:ext uri="{FF2B5EF4-FFF2-40B4-BE49-F238E27FC236}">
                <a16:creationId xmlns:a16="http://schemas.microsoft.com/office/drawing/2014/main" xmlns="" id="{33E56411-4D74-4E59-988F-824D73D7ED58}"/>
              </a:ext>
            </a:extLst>
          </p:cNvPr>
          <p:cNvSpPr>
            <a:spLocks noGrp="1"/>
          </p:cNvSpPr>
          <p:nvPr>
            <p:ph type="body" sz="quarter" idx="39" hasCustomPrompt="1"/>
          </p:nvPr>
        </p:nvSpPr>
        <p:spPr>
          <a:xfrm>
            <a:off x="3725160" y="6676644"/>
            <a:ext cx="4846320" cy="181356"/>
          </a:xfrm>
        </p:spPr>
        <p:txBody>
          <a:bodyPr anchor="ctr">
            <a:noAutofit/>
          </a:bodyPr>
          <a:lstStyle>
            <a:lvl1pPr algn="r">
              <a:defRPr sz="800">
                <a:solidFill>
                  <a:srgbClr val="595959"/>
                </a:solidFill>
              </a:defRPr>
            </a:lvl1pPr>
            <a:lvl2pPr marL="1588" indent="0">
              <a:buNone/>
              <a:defRPr/>
            </a:lvl2pPr>
          </a:lstStyle>
          <a:p>
            <a:pPr lvl="0"/>
            <a:r>
              <a:rPr lang="en-US" dirty="0"/>
              <a:t>Insert Image Credit Here</a:t>
            </a:r>
          </a:p>
        </p:txBody>
      </p:sp>
      <p:sp>
        <p:nvSpPr>
          <p:cNvPr id="11" name="Appendix Link">
            <a:extLst>
              <a:ext uri="{FF2B5EF4-FFF2-40B4-BE49-F238E27FC236}">
                <a16:creationId xmlns:a16="http://schemas.microsoft.com/office/drawing/2014/main" xmlns="" id="{C343391A-6F54-499B-8E7B-931C81724ADB}"/>
              </a:ext>
            </a:extLst>
          </p:cNvPr>
          <p:cNvSpPr>
            <a:spLocks noGrp="1"/>
          </p:cNvSpPr>
          <p:nvPr>
            <p:ph type="body" sz="quarter" idx="40" hasCustomPrompt="1"/>
          </p:nvPr>
        </p:nvSpPr>
        <p:spPr>
          <a:xfrm>
            <a:off x="3200400" y="6301016"/>
            <a:ext cx="2743200" cy="192024"/>
          </a:xfrm>
        </p:spPr>
        <p:txBody>
          <a:bodyPr anchor="ctr">
            <a:noAutofit/>
          </a:bodyPr>
          <a:lstStyle>
            <a:lvl1pPr algn="ctr">
              <a:defRPr sz="900"/>
            </a:lvl1pPr>
          </a:lstStyle>
          <a:p>
            <a:pPr lvl="0"/>
            <a:r>
              <a:rPr lang="en-US" dirty="0"/>
              <a:t>Add text alternative link, if needed.</a:t>
            </a:r>
          </a:p>
        </p:txBody>
      </p:sp>
      <p:sp>
        <p:nvSpPr>
          <p:cNvPr id="12" name="Slide Number Placeholder">
            <a:extLst>
              <a:ext uri="{FF2B5EF4-FFF2-40B4-BE49-F238E27FC236}">
                <a16:creationId xmlns:a16="http://schemas.microsoft.com/office/drawing/2014/main" xmlns="" id="{F7F8C21D-990F-455D-8166-0216DFA075F7}"/>
              </a:ext>
            </a:extLst>
          </p:cNvPr>
          <p:cNvSpPr>
            <a:spLocks noGrp="1"/>
          </p:cNvSpPr>
          <p:nvPr>
            <p:ph type="sldNum" sz="quarter" idx="10"/>
          </p:nvPr>
        </p:nvSpPr>
        <p:spPr>
          <a:xfrm>
            <a:off x="8647432" y="6684041"/>
            <a:ext cx="355840" cy="161396"/>
          </a:xfrm>
          <a:prstGeom prst="rect">
            <a:avLst/>
          </a:prstGeom>
        </p:spPr>
        <p:txBody>
          <a:bodyPr rIns="45720" anchor="ctr"/>
          <a:lstStyle>
            <a:lvl1pPr algn="r">
              <a:defRPr sz="800">
                <a:solidFill>
                  <a:srgbClr val="595959"/>
                </a:solidFill>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xmlns="" val="3406277606"/>
      </p:ext>
    </p:extLst>
  </p:cSld>
  <p:clrMapOvr>
    <a:masterClrMapping/>
  </p:clrMapOvr>
  <p:extLst>
    <p:ext uri="{DCECCB84-F9BA-43D5-87BE-67443E8EF086}">
      <p15:sldGuideLst xmlns:p15="http://schemas.microsoft.com/office/powerpoint/2012/main" xmlns="">
        <p15:guide id="1" orient="horz" pos="2592">
          <p15:clr>
            <a:srgbClr val="FBAE40"/>
          </p15:clr>
        </p15:guide>
        <p15:guide id="2" orient="horz" pos="273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Three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10"/>
            <a:ext cx="8458200" cy="2926080"/>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xmlns="" id="{3356A590-66B5-4770-8441-82DC031F56EA}"/>
              </a:ext>
            </a:extLst>
          </p:cNvPr>
          <p:cNvSpPr>
            <a:spLocks noGrp="1"/>
          </p:cNvSpPr>
          <p:nvPr>
            <p:ph sz="quarter" idx="15" hasCustomPrompt="1"/>
          </p:nvPr>
        </p:nvSpPr>
        <p:spPr>
          <a:xfrm>
            <a:off x="342900" y="4422246"/>
            <a:ext cx="5486400" cy="1828800"/>
          </a:xfrm>
        </p:spPr>
        <p:txBody>
          <a:bodyPr>
            <a:noAutofit/>
          </a:bodyPr>
          <a:lstStyle>
            <a:lvl1pPr>
              <a:defRPr sz="2400"/>
            </a:lvl1pPr>
            <a:lvl2pPr>
              <a:defRPr sz="2400"/>
            </a:lvl2pPr>
            <a:lvl3pPr marL="640080">
              <a:defRPr sz="2000"/>
            </a:lvl3pPr>
          </a:lstStyle>
          <a:p>
            <a:pPr lvl="0"/>
            <a:r>
              <a:rPr lang="en-US" dirty="0"/>
              <a:t>Slide Content 2</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xmlns="" id="{E908CA92-5DB2-4DC0-937B-1B178AA91781}"/>
              </a:ext>
            </a:extLst>
          </p:cNvPr>
          <p:cNvSpPr>
            <a:spLocks noGrp="1"/>
          </p:cNvSpPr>
          <p:nvPr>
            <p:ph sz="quarter" idx="17" hasCustomPrompt="1"/>
          </p:nvPr>
        </p:nvSpPr>
        <p:spPr>
          <a:xfrm>
            <a:off x="6057900" y="4422246"/>
            <a:ext cx="2743200" cy="1828800"/>
          </a:xfrm>
        </p:spPr>
        <p:txBody>
          <a:bodyPr>
            <a:noAutofit/>
          </a:bodyPr>
          <a:lstStyle>
            <a:lvl1pPr>
              <a:defRPr sz="2400"/>
            </a:lvl1pPr>
            <a:lvl2pPr>
              <a:defRPr sz="2400"/>
            </a:lvl2pPr>
            <a:lvl3pPr marL="640080">
              <a:defRPr sz="2000"/>
            </a:lvl3pPr>
          </a:lstStyle>
          <a:p>
            <a:pPr lvl="0"/>
            <a:r>
              <a:rPr lang="en-US" dirty="0"/>
              <a:t>Slide Content 3</a:t>
            </a:r>
          </a:p>
          <a:p>
            <a:pPr lvl="1"/>
            <a:r>
              <a:rPr lang="en-US" dirty="0"/>
              <a:t>Second level</a:t>
            </a:r>
          </a:p>
          <a:p>
            <a:pPr lvl="2"/>
            <a:r>
              <a:rPr lang="en-US" dirty="0"/>
              <a:t>Third level</a:t>
            </a:r>
          </a:p>
        </p:txBody>
      </p:sp>
      <p:sp>
        <p:nvSpPr>
          <p:cNvPr id="11" name="Credit line">
            <a:extLst>
              <a:ext uri="{FF2B5EF4-FFF2-40B4-BE49-F238E27FC236}">
                <a16:creationId xmlns:a16="http://schemas.microsoft.com/office/drawing/2014/main" xmlns="" id="{19B85432-114E-4940-9372-B7719E3F55F1}"/>
              </a:ext>
            </a:extLst>
          </p:cNvPr>
          <p:cNvSpPr>
            <a:spLocks noGrp="1"/>
          </p:cNvSpPr>
          <p:nvPr>
            <p:ph type="body" sz="quarter" idx="39" hasCustomPrompt="1"/>
          </p:nvPr>
        </p:nvSpPr>
        <p:spPr>
          <a:xfrm>
            <a:off x="3725160" y="6676644"/>
            <a:ext cx="4846320" cy="181356"/>
          </a:xfrm>
        </p:spPr>
        <p:txBody>
          <a:bodyPr anchor="ctr">
            <a:noAutofit/>
          </a:bodyPr>
          <a:lstStyle>
            <a:lvl1pPr algn="r">
              <a:defRPr sz="800">
                <a:solidFill>
                  <a:srgbClr val="595959"/>
                </a:solidFill>
              </a:defRPr>
            </a:lvl1pPr>
            <a:lvl2pPr marL="1588" indent="0">
              <a:buNone/>
              <a:defRPr/>
            </a:lvl2pPr>
          </a:lstStyle>
          <a:p>
            <a:pPr lvl="0"/>
            <a:r>
              <a:rPr lang="en-US" dirty="0"/>
              <a:t>Insert Image Credit Here</a:t>
            </a:r>
          </a:p>
        </p:txBody>
      </p:sp>
      <p:sp>
        <p:nvSpPr>
          <p:cNvPr id="12" name="Appendix Link">
            <a:extLst>
              <a:ext uri="{FF2B5EF4-FFF2-40B4-BE49-F238E27FC236}">
                <a16:creationId xmlns:a16="http://schemas.microsoft.com/office/drawing/2014/main" xmlns="" id="{2807A760-EC1A-49F0-BF94-106C8F4B0B6D}"/>
              </a:ext>
            </a:extLst>
          </p:cNvPr>
          <p:cNvSpPr>
            <a:spLocks noGrp="1"/>
          </p:cNvSpPr>
          <p:nvPr>
            <p:ph type="body" sz="quarter" idx="40" hasCustomPrompt="1"/>
          </p:nvPr>
        </p:nvSpPr>
        <p:spPr>
          <a:xfrm>
            <a:off x="3200400" y="6301016"/>
            <a:ext cx="2743200" cy="192024"/>
          </a:xfrm>
        </p:spPr>
        <p:txBody>
          <a:bodyPr anchor="ctr">
            <a:noAutofit/>
          </a:bodyPr>
          <a:lstStyle>
            <a:lvl1pPr algn="ctr">
              <a:defRPr sz="900"/>
            </a:lvl1pPr>
          </a:lstStyle>
          <a:p>
            <a:pPr lvl="0"/>
            <a:r>
              <a:rPr lang="en-US" dirty="0"/>
              <a:t>Add text alternative link, if needed.</a:t>
            </a:r>
          </a:p>
        </p:txBody>
      </p:sp>
      <p:sp>
        <p:nvSpPr>
          <p:cNvPr id="14" name="Slide Number Placeholder">
            <a:extLst>
              <a:ext uri="{FF2B5EF4-FFF2-40B4-BE49-F238E27FC236}">
                <a16:creationId xmlns:a16="http://schemas.microsoft.com/office/drawing/2014/main" xmlns="" id="{DAA3E3D9-773E-47E2-B16B-C074BAE621AB}"/>
              </a:ext>
            </a:extLst>
          </p:cNvPr>
          <p:cNvSpPr>
            <a:spLocks noGrp="1"/>
          </p:cNvSpPr>
          <p:nvPr>
            <p:ph type="sldNum" sz="quarter" idx="10"/>
          </p:nvPr>
        </p:nvSpPr>
        <p:spPr>
          <a:xfrm>
            <a:off x="8647432" y="6684041"/>
            <a:ext cx="355840" cy="161396"/>
          </a:xfrm>
          <a:prstGeom prst="rect">
            <a:avLst/>
          </a:prstGeom>
        </p:spPr>
        <p:txBody>
          <a:bodyPr rIns="45720" anchor="ctr"/>
          <a:lstStyle>
            <a:lvl1pPr algn="r">
              <a:defRPr sz="800">
                <a:solidFill>
                  <a:srgbClr val="595959"/>
                </a:solidFill>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xmlns="" val="3390483995"/>
      </p:ext>
    </p:extLst>
  </p:cSld>
  <p:clrMapOvr>
    <a:masterClrMapping/>
  </p:clrMapOvr>
  <p:extLst>
    <p:ext uri="{DCECCB84-F9BA-43D5-87BE-67443E8EF086}">
      <p15:sldGuideLst xmlns:p15="http://schemas.microsoft.com/office/powerpoint/2012/main" xmlns="">
        <p15:guide id="1" orient="horz" pos="2592">
          <p15:clr>
            <a:srgbClr val="FBAE40"/>
          </p15:clr>
        </p15:guide>
        <p15:guide id="2" orient="horz" pos="273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Four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10"/>
            <a:ext cx="8458200" cy="1097280"/>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xmlns="" id="{3356A590-66B5-4770-8441-82DC031F56EA}"/>
              </a:ext>
            </a:extLst>
          </p:cNvPr>
          <p:cNvSpPr>
            <a:spLocks noGrp="1"/>
          </p:cNvSpPr>
          <p:nvPr>
            <p:ph sz="quarter" idx="15" hasCustomPrompt="1"/>
          </p:nvPr>
        </p:nvSpPr>
        <p:spPr>
          <a:xfrm>
            <a:off x="342900" y="2569062"/>
            <a:ext cx="8458200" cy="1097280"/>
          </a:xfrm>
        </p:spPr>
        <p:txBody>
          <a:bodyPr>
            <a:noAutofit/>
          </a:bodyPr>
          <a:lstStyle>
            <a:lvl1pPr>
              <a:defRPr sz="2400"/>
            </a:lvl1pPr>
            <a:lvl2pPr>
              <a:defRPr sz="2400"/>
            </a:lvl2pPr>
            <a:lvl3pPr marL="640080">
              <a:defRPr sz="2000"/>
            </a:lvl3pPr>
          </a:lstStyle>
          <a:p>
            <a:pPr lvl="0"/>
            <a:r>
              <a:rPr lang="en-US" dirty="0"/>
              <a:t>Slide Content 2</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xmlns="" id="{E908CA92-5DB2-4DC0-937B-1B178AA91781}"/>
              </a:ext>
            </a:extLst>
          </p:cNvPr>
          <p:cNvSpPr>
            <a:spLocks noGrp="1"/>
          </p:cNvSpPr>
          <p:nvPr>
            <p:ph sz="quarter" idx="17" hasCustomPrompt="1"/>
          </p:nvPr>
        </p:nvSpPr>
        <p:spPr>
          <a:xfrm>
            <a:off x="342900" y="3861414"/>
            <a:ext cx="8458200" cy="1097280"/>
          </a:xfrm>
        </p:spPr>
        <p:txBody>
          <a:bodyPr>
            <a:noAutofit/>
          </a:bodyPr>
          <a:lstStyle>
            <a:lvl1pPr>
              <a:defRPr sz="2400"/>
            </a:lvl1pPr>
            <a:lvl2pPr>
              <a:defRPr sz="2400"/>
            </a:lvl2pPr>
            <a:lvl3pPr marL="640080">
              <a:defRPr sz="2000"/>
            </a:lvl3pPr>
          </a:lstStyle>
          <a:p>
            <a:pPr lvl="0"/>
            <a:r>
              <a:rPr lang="en-US" dirty="0"/>
              <a:t>Slide Content 3</a:t>
            </a:r>
          </a:p>
          <a:p>
            <a:pPr lvl="1"/>
            <a:r>
              <a:rPr lang="en-US" dirty="0"/>
              <a:t>Second level</a:t>
            </a:r>
          </a:p>
          <a:p>
            <a:pPr lvl="2"/>
            <a:r>
              <a:rPr lang="en-US" dirty="0"/>
              <a:t>Third level</a:t>
            </a:r>
          </a:p>
        </p:txBody>
      </p:sp>
      <p:sp>
        <p:nvSpPr>
          <p:cNvPr id="12" name="Content Placeholder 7">
            <a:extLst>
              <a:ext uri="{FF2B5EF4-FFF2-40B4-BE49-F238E27FC236}">
                <a16:creationId xmlns:a16="http://schemas.microsoft.com/office/drawing/2014/main" xmlns="" id="{8B728CCD-2639-461B-9841-57505AC13467}"/>
              </a:ext>
            </a:extLst>
          </p:cNvPr>
          <p:cNvSpPr>
            <a:spLocks noGrp="1"/>
          </p:cNvSpPr>
          <p:nvPr>
            <p:ph sz="quarter" idx="19" hasCustomPrompt="1"/>
          </p:nvPr>
        </p:nvSpPr>
        <p:spPr>
          <a:xfrm>
            <a:off x="342900" y="5153766"/>
            <a:ext cx="8458200" cy="1097280"/>
          </a:xfrm>
        </p:spPr>
        <p:txBody>
          <a:bodyPr>
            <a:noAutofit/>
          </a:bodyPr>
          <a:lstStyle>
            <a:lvl1pPr>
              <a:defRPr sz="2400"/>
            </a:lvl1pPr>
            <a:lvl2pPr>
              <a:defRPr sz="2400"/>
            </a:lvl2pPr>
            <a:lvl3pPr marL="640080">
              <a:defRPr sz="2000"/>
            </a:lvl3pPr>
          </a:lstStyle>
          <a:p>
            <a:pPr lvl="0"/>
            <a:r>
              <a:rPr lang="en-US" dirty="0"/>
              <a:t>Slide Content 4</a:t>
            </a:r>
          </a:p>
          <a:p>
            <a:pPr lvl="1"/>
            <a:r>
              <a:rPr lang="en-US" dirty="0"/>
              <a:t>Second level</a:t>
            </a:r>
          </a:p>
          <a:p>
            <a:pPr lvl="2"/>
            <a:r>
              <a:rPr lang="en-US" dirty="0"/>
              <a:t>Third level</a:t>
            </a:r>
          </a:p>
        </p:txBody>
      </p:sp>
      <p:sp>
        <p:nvSpPr>
          <p:cNvPr id="11" name="Credit line">
            <a:extLst>
              <a:ext uri="{FF2B5EF4-FFF2-40B4-BE49-F238E27FC236}">
                <a16:creationId xmlns:a16="http://schemas.microsoft.com/office/drawing/2014/main" xmlns="" id="{E88982CC-5D43-4F05-9850-0CEBE133CCC2}"/>
              </a:ext>
            </a:extLst>
          </p:cNvPr>
          <p:cNvSpPr>
            <a:spLocks noGrp="1"/>
          </p:cNvSpPr>
          <p:nvPr>
            <p:ph type="body" sz="quarter" idx="39" hasCustomPrompt="1"/>
          </p:nvPr>
        </p:nvSpPr>
        <p:spPr>
          <a:xfrm>
            <a:off x="3725160" y="6676644"/>
            <a:ext cx="4846320" cy="181356"/>
          </a:xfrm>
        </p:spPr>
        <p:txBody>
          <a:bodyPr anchor="ctr">
            <a:noAutofit/>
          </a:bodyPr>
          <a:lstStyle>
            <a:lvl1pPr algn="r">
              <a:defRPr sz="800">
                <a:solidFill>
                  <a:srgbClr val="595959"/>
                </a:solidFill>
              </a:defRPr>
            </a:lvl1pPr>
            <a:lvl2pPr marL="1588" indent="0">
              <a:buNone/>
              <a:defRPr/>
            </a:lvl2pPr>
          </a:lstStyle>
          <a:p>
            <a:pPr lvl="0"/>
            <a:r>
              <a:rPr lang="en-US" dirty="0"/>
              <a:t>Insert Image Credit Here</a:t>
            </a:r>
          </a:p>
        </p:txBody>
      </p:sp>
      <p:sp>
        <p:nvSpPr>
          <p:cNvPr id="14" name="Appendix Link">
            <a:extLst>
              <a:ext uri="{FF2B5EF4-FFF2-40B4-BE49-F238E27FC236}">
                <a16:creationId xmlns:a16="http://schemas.microsoft.com/office/drawing/2014/main" xmlns="" id="{8216318C-739F-40F0-A6E5-C523B853AA72}"/>
              </a:ext>
            </a:extLst>
          </p:cNvPr>
          <p:cNvSpPr>
            <a:spLocks noGrp="1"/>
          </p:cNvSpPr>
          <p:nvPr>
            <p:ph type="body" sz="quarter" idx="40" hasCustomPrompt="1"/>
          </p:nvPr>
        </p:nvSpPr>
        <p:spPr>
          <a:xfrm>
            <a:off x="3200400" y="6301016"/>
            <a:ext cx="2743200" cy="192024"/>
          </a:xfrm>
        </p:spPr>
        <p:txBody>
          <a:bodyPr anchor="ctr">
            <a:noAutofit/>
          </a:bodyPr>
          <a:lstStyle>
            <a:lvl1pPr algn="ctr">
              <a:defRPr sz="900"/>
            </a:lvl1pPr>
          </a:lstStyle>
          <a:p>
            <a:pPr lvl="0"/>
            <a:r>
              <a:rPr lang="en-US" dirty="0"/>
              <a:t>Add text alternative link, if needed.</a:t>
            </a:r>
          </a:p>
        </p:txBody>
      </p:sp>
      <p:sp>
        <p:nvSpPr>
          <p:cNvPr id="15" name="Slide Number Placeholder">
            <a:extLst>
              <a:ext uri="{FF2B5EF4-FFF2-40B4-BE49-F238E27FC236}">
                <a16:creationId xmlns:a16="http://schemas.microsoft.com/office/drawing/2014/main" xmlns="" id="{33AF9386-67CD-45F8-9FD8-2F6D4054B8D0}"/>
              </a:ext>
            </a:extLst>
          </p:cNvPr>
          <p:cNvSpPr>
            <a:spLocks noGrp="1"/>
          </p:cNvSpPr>
          <p:nvPr>
            <p:ph type="sldNum" sz="quarter" idx="10"/>
          </p:nvPr>
        </p:nvSpPr>
        <p:spPr>
          <a:xfrm>
            <a:off x="8647432" y="6684041"/>
            <a:ext cx="355840" cy="161396"/>
          </a:xfrm>
          <a:prstGeom prst="rect">
            <a:avLst/>
          </a:prstGeom>
        </p:spPr>
        <p:txBody>
          <a:bodyPr rIns="45720" anchor="ctr"/>
          <a:lstStyle>
            <a:lvl1pPr algn="r">
              <a:defRPr sz="800">
                <a:solidFill>
                  <a:srgbClr val="595959"/>
                </a:solidFill>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xmlns="" val="4254127320"/>
      </p:ext>
    </p:extLst>
  </p:cSld>
  <p:clrMapOvr>
    <a:masterClrMapping/>
  </p:clrMapOvr>
  <p:extLst>
    <p:ext uri="{DCECCB84-F9BA-43D5-87BE-67443E8EF086}">
      <p15:sldGuideLst xmlns:p15="http://schemas.microsoft.com/office/powerpoint/2012/main" xmlns="">
        <p15:guide id="1" orient="horz" pos="2592">
          <p15:clr>
            <a:srgbClr val="FBAE40"/>
          </p15:clr>
        </p15:guide>
        <p15:guide id="2" orient="horz" pos="273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10"/>
            <a:ext cx="8458200" cy="731520"/>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xmlns="" id="{3356A590-66B5-4770-8441-82DC031F56EA}"/>
              </a:ext>
            </a:extLst>
          </p:cNvPr>
          <p:cNvSpPr>
            <a:spLocks noGrp="1"/>
          </p:cNvSpPr>
          <p:nvPr>
            <p:ph sz="quarter" idx="15" hasCustomPrompt="1"/>
          </p:nvPr>
        </p:nvSpPr>
        <p:spPr>
          <a:xfrm>
            <a:off x="342900" y="2125273"/>
            <a:ext cx="8458200" cy="731520"/>
          </a:xfrm>
        </p:spPr>
        <p:txBody>
          <a:bodyPr>
            <a:noAutofit/>
          </a:bodyPr>
          <a:lstStyle>
            <a:lvl1pPr>
              <a:defRPr sz="2400"/>
            </a:lvl1pPr>
            <a:lvl2pPr>
              <a:defRPr sz="2400"/>
            </a:lvl2pPr>
            <a:lvl3pPr marL="640080">
              <a:defRPr sz="2000"/>
            </a:lvl3pPr>
          </a:lstStyle>
          <a:p>
            <a:pPr lvl="0"/>
            <a:r>
              <a:rPr lang="en-US" dirty="0"/>
              <a:t>Slide Content 3</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xmlns="" id="{E908CA92-5DB2-4DC0-937B-1B178AA91781}"/>
              </a:ext>
            </a:extLst>
          </p:cNvPr>
          <p:cNvSpPr>
            <a:spLocks noGrp="1"/>
          </p:cNvSpPr>
          <p:nvPr>
            <p:ph sz="quarter" idx="17" hasCustomPrompt="1"/>
          </p:nvPr>
        </p:nvSpPr>
        <p:spPr>
          <a:xfrm>
            <a:off x="342900" y="2973836"/>
            <a:ext cx="8458200" cy="731520"/>
          </a:xfrm>
        </p:spPr>
        <p:txBody>
          <a:bodyPr>
            <a:noAutofit/>
          </a:bodyPr>
          <a:lstStyle>
            <a:lvl1pPr>
              <a:defRPr sz="2400"/>
            </a:lvl1pPr>
            <a:lvl2pPr>
              <a:defRPr sz="2400"/>
            </a:lvl2pPr>
            <a:lvl3pPr marL="640080">
              <a:defRPr sz="2000"/>
            </a:lvl3pPr>
          </a:lstStyle>
          <a:p>
            <a:pPr lvl="0"/>
            <a:r>
              <a:rPr lang="en-US" dirty="0"/>
              <a:t>Slide Content 5</a:t>
            </a:r>
          </a:p>
          <a:p>
            <a:pPr lvl="1"/>
            <a:r>
              <a:rPr lang="en-US" dirty="0"/>
              <a:t>Second level</a:t>
            </a:r>
          </a:p>
          <a:p>
            <a:pPr lvl="2"/>
            <a:r>
              <a:rPr lang="en-US" dirty="0"/>
              <a:t>Third level</a:t>
            </a:r>
          </a:p>
        </p:txBody>
      </p:sp>
      <p:sp>
        <p:nvSpPr>
          <p:cNvPr id="12" name="Content Placeholder 7">
            <a:extLst>
              <a:ext uri="{FF2B5EF4-FFF2-40B4-BE49-F238E27FC236}">
                <a16:creationId xmlns:a16="http://schemas.microsoft.com/office/drawing/2014/main" xmlns="" id="{8B728CCD-2639-461B-9841-57505AC13467}"/>
              </a:ext>
            </a:extLst>
          </p:cNvPr>
          <p:cNvSpPr>
            <a:spLocks noGrp="1"/>
          </p:cNvSpPr>
          <p:nvPr>
            <p:ph sz="quarter" idx="19" hasCustomPrompt="1"/>
          </p:nvPr>
        </p:nvSpPr>
        <p:spPr>
          <a:xfrm>
            <a:off x="342900" y="3822399"/>
            <a:ext cx="8458200" cy="73152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6" name="Content Placeholder 8">
            <a:extLst>
              <a:ext uri="{FF2B5EF4-FFF2-40B4-BE49-F238E27FC236}">
                <a16:creationId xmlns:a16="http://schemas.microsoft.com/office/drawing/2014/main" xmlns="" id="{41911D2E-DB3B-4ABE-BFA4-4ECA285F3C1B}"/>
              </a:ext>
            </a:extLst>
          </p:cNvPr>
          <p:cNvSpPr>
            <a:spLocks noGrp="1"/>
          </p:cNvSpPr>
          <p:nvPr>
            <p:ph sz="quarter" idx="31" hasCustomPrompt="1"/>
          </p:nvPr>
        </p:nvSpPr>
        <p:spPr>
          <a:xfrm>
            <a:off x="342900" y="4670962"/>
            <a:ext cx="8458200" cy="73152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20" name="Content Placeholder 8">
            <a:extLst>
              <a:ext uri="{FF2B5EF4-FFF2-40B4-BE49-F238E27FC236}">
                <a16:creationId xmlns:a16="http://schemas.microsoft.com/office/drawing/2014/main" xmlns="" id="{17E0DBE9-9012-4336-81AC-9466773F9525}"/>
              </a:ext>
            </a:extLst>
          </p:cNvPr>
          <p:cNvSpPr>
            <a:spLocks noGrp="1"/>
          </p:cNvSpPr>
          <p:nvPr>
            <p:ph sz="quarter" idx="33" hasCustomPrompt="1"/>
          </p:nvPr>
        </p:nvSpPr>
        <p:spPr>
          <a:xfrm>
            <a:off x="342900" y="5519526"/>
            <a:ext cx="8458200" cy="73152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4" name="Credit line">
            <a:extLst>
              <a:ext uri="{FF2B5EF4-FFF2-40B4-BE49-F238E27FC236}">
                <a16:creationId xmlns:a16="http://schemas.microsoft.com/office/drawing/2014/main" xmlns="" id="{E3F1F188-B47B-4A54-A95D-9C9B6F4C0605}"/>
              </a:ext>
            </a:extLst>
          </p:cNvPr>
          <p:cNvSpPr>
            <a:spLocks noGrp="1"/>
          </p:cNvSpPr>
          <p:nvPr>
            <p:ph type="body" sz="quarter" idx="39" hasCustomPrompt="1"/>
          </p:nvPr>
        </p:nvSpPr>
        <p:spPr>
          <a:xfrm>
            <a:off x="3725160" y="6676644"/>
            <a:ext cx="4846320" cy="181356"/>
          </a:xfrm>
        </p:spPr>
        <p:txBody>
          <a:bodyPr anchor="ctr">
            <a:noAutofit/>
          </a:bodyPr>
          <a:lstStyle>
            <a:lvl1pPr algn="r">
              <a:defRPr sz="800">
                <a:solidFill>
                  <a:srgbClr val="595959"/>
                </a:solidFill>
              </a:defRPr>
            </a:lvl1pPr>
            <a:lvl2pPr marL="1588" indent="0">
              <a:buNone/>
              <a:defRPr/>
            </a:lvl2pPr>
          </a:lstStyle>
          <a:p>
            <a:pPr lvl="0"/>
            <a:r>
              <a:rPr lang="en-US" dirty="0"/>
              <a:t>Insert Image Credit Here</a:t>
            </a:r>
          </a:p>
        </p:txBody>
      </p:sp>
      <p:sp>
        <p:nvSpPr>
          <p:cNvPr id="15" name="Appendix Link">
            <a:extLst>
              <a:ext uri="{FF2B5EF4-FFF2-40B4-BE49-F238E27FC236}">
                <a16:creationId xmlns:a16="http://schemas.microsoft.com/office/drawing/2014/main" xmlns="" id="{99A2F00A-9D65-460A-BE8F-ED5EC4B8B3F5}"/>
              </a:ext>
            </a:extLst>
          </p:cNvPr>
          <p:cNvSpPr>
            <a:spLocks noGrp="1"/>
          </p:cNvSpPr>
          <p:nvPr>
            <p:ph type="body" sz="quarter" idx="40" hasCustomPrompt="1"/>
          </p:nvPr>
        </p:nvSpPr>
        <p:spPr>
          <a:xfrm>
            <a:off x="3200400" y="6301016"/>
            <a:ext cx="2743200" cy="192024"/>
          </a:xfrm>
        </p:spPr>
        <p:txBody>
          <a:bodyPr anchor="ctr">
            <a:noAutofit/>
          </a:bodyPr>
          <a:lstStyle>
            <a:lvl1pPr algn="ctr">
              <a:defRPr sz="900"/>
            </a:lvl1pPr>
          </a:lstStyle>
          <a:p>
            <a:pPr lvl="0"/>
            <a:r>
              <a:rPr lang="en-US" dirty="0"/>
              <a:t>Add text alternative link, if needed.</a:t>
            </a:r>
          </a:p>
        </p:txBody>
      </p:sp>
      <p:sp>
        <p:nvSpPr>
          <p:cNvPr id="17" name="Slide Number Placeholder">
            <a:extLst>
              <a:ext uri="{FF2B5EF4-FFF2-40B4-BE49-F238E27FC236}">
                <a16:creationId xmlns:a16="http://schemas.microsoft.com/office/drawing/2014/main" xmlns="" id="{302A81B8-33E5-4015-8DCC-2BC543D74805}"/>
              </a:ext>
            </a:extLst>
          </p:cNvPr>
          <p:cNvSpPr>
            <a:spLocks noGrp="1"/>
          </p:cNvSpPr>
          <p:nvPr>
            <p:ph type="sldNum" sz="quarter" idx="10"/>
          </p:nvPr>
        </p:nvSpPr>
        <p:spPr>
          <a:xfrm>
            <a:off x="8647432" y="6684041"/>
            <a:ext cx="355840" cy="161396"/>
          </a:xfrm>
          <a:prstGeom prst="rect">
            <a:avLst/>
          </a:prstGeom>
        </p:spPr>
        <p:txBody>
          <a:bodyPr rIns="45720" anchor="ctr"/>
          <a:lstStyle>
            <a:lvl1pPr algn="r">
              <a:defRPr sz="800">
                <a:solidFill>
                  <a:srgbClr val="595959"/>
                </a:solidFill>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xmlns="" val="1819767903"/>
      </p:ext>
    </p:extLst>
  </p:cSld>
  <p:clrMapOvr>
    <a:masterClrMapping/>
  </p:clrMapOvr>
  <p:extLst>
    <p:ext uri="{DCECCB84-F9BA-43D5-87BE-67443E8EF086}">
      <p15:sldGuideLst xmlns:p15="http://schemas.microsoft.com/office/powerpoint/2012/main" xmlns="">
        <p15:guide id="1" orient="horz" pos="2592">
          <p15:clr>
            <a:srgbClr val="FBAE40"/>
          </p15:clr>
        </p15:guide>
        <p15:guide id="2" orient="horz" pos="273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Seven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10"/>
            <a:ext cx="8458200" cy="640080"/>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xmlns="" id="{3356A590-66B5-4770-8441-82DC031F56EA}"/>
              </a:ext>
            </a:extLst>
          </p:cNvPr>
          <p:cNvSpPr>
            <a:spLocks noGrp="1"/>
          </p:cNvSpPr>
          <p:nvPr>
            <p:ph sz="quarter" idx="15" hasCustomPrompt="1"/>
          </p:nvPr>
        </p:nvSpPr>
        <p:spPr>
          <a:xfrm>
            <a:off x="342900" y="1999086"/>
            <a:ext cx="8458200" cy="640080"/>
          </a:xfrm>
        </p:spPr>
        <p:txBody>
          <a:bodyPr>
            <a:noAutofit/>
          </a:bodyPr>
          <a:lstStyle>
            <a:lvl1pPr>
              <a:defRPr sz="2400"/>
            </a:lvl1pPr>
            <a:lvl2pPr>
              <a:defRPr sz="2400"/>
            </a:lvl2pPr>
            <a:lvl3pPr marL="640080">
              <a:defRPr sz="2000"/>
            </a:lvl3pPr>
          </a:lstStyle>
          <a:p>
            <a:pPr lvl="0"/>
            <a:r>
              <a:rPr lang="en-US" dirty="0"/>
              <a:t>Slide Content 3</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xmlns="" id="{E908CA92-5DB2-4DC0-937B-1B178AA91781}"/>
              </a:ext>
            </a:extLst>
          </p:cNvPr>
          <p:cNvSpPr>
            <a:spLocks noGrp="1"/>
          </p:cNvSpPr>
          <p:nvPr>
            <p:ph sz="quarter" idx="17" hasCustomPrompt="1"/>
          </p:nvPr>
        </p:nvSpPr>
        <p:spPr>
          <a:xfrm>
            <a:off x="342900" y="2721462"/>
            <a:ext cx="8458200" cy="640080"/>
          </a:xfrm>
        </p:spPr>
        <p:txBody>
          <a:bodyPr>
            <a:noAutofit/>
          </a:bodyPr>
          <a:lstStyle>
            <a:lvl1pPr>
              <a:defRPr sz="2400"/>
            </a:lvl1pPr>
            <a:lvl2pPr>
              <a:defRPr sz="2400"/>
            </a:lvl2pPr>
            <a:lvl3pPr marL="640080">
              <a:defRPr sz="2000"/>
            </a:lvl3pPr>
          </a:lstStyle>
          <a:p>
            <a:pPr lvl="0"/>
            <a:r>
              <a:rPr lang="en-US" dirty="0"/>
              <a:t>Slide Content 5</a:t>
            </a:r>
          </a:p>
          <a:p>
            <a:pPr lvl="1"/>
            <a:r>
              <a:rPr lang="en-US" dirty="0"/>
              <a:t>Second level</a:t>
            </a:r>
          </a:p>
          <a:p>
            <a:pPr lvl="2"/>
            <a:r>
              <a:rPr lang="en-US" dirty="0"/>
              <a:t>Third level</a:t>
            </a:r>
          </a:p>
        </p:txBody>
      </p:sp>
      <p:sp>
        <p:nvSpPr>
          <p:cNvPr id="12" name="Content Placeholder 7">
            <a:extLst>
              <a:ext uri="{FF2B5EF4-FFF2-40B4-BE49-F238E27FC236}">
                <a16:creationId xmlns:a16="http://schemas.microsoft.com/office/drawing/2014/main" xmlns="" id="{8B728CCD-2639-461B-9841-57505AC13467}"/>
              </a:ext>
            </a:extLst>
          </p:cNvPr>
          <p:cNvSpPr>
            <a:spLocks noGrp="1"/>
          </p:cNvSpPr>
          <p:nvPr>
            <p:ph sz="quarter" idx="19" hasCustomPrompt="1"/>
          </p:nvPr>
        </p:nvSpPr>
        <p:spPr>
          <a:xfrm>
            <a:off x="342900" y="3443838"/>
            <a:ext cx="8458200" cy="64008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6" name="Content Placeholder 8">
            <a:extLst>
              <a:ext uri="{FF2B5EF4-FFF2-40B4-BE49-F238E27FC236}">
                <a16:creationId xmlns:a16="http://schemas.microsoft.com/office/drawing/2014/main" xmlns="" id="{41911D2E-DB3B-4ABE-BFA4-4ECA285F3C1B}"/>
              </a:ext>
            </a:extLst>
          </p:cNvPr>
          <p:cNvSpPr>
            <a:spLocks noGrp="1"/>
          </p:cNvSpPr>
          <p:nvPr>
            <p:ph sz="quarter" idx="31" hasCustomPrompt="1"/>
          </p:nvPr>
        </p:nvSpPr>
        <p:spPr>
          <a:xfrm>
            <a:off x="342900" y="4166214"/>
            <a:ext cx="8458200" cy="64008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20" name="Content Placeholder 8">
            <a:extLst>
              <a:ext uri="{FF2B5EF4-FFF2-40B4-BE49-F238E27FC236}">
                <a16:creationId xmlns:a16="http://schemas.microsoft.com/office/drawing/2014/main" xmlns="" id="{17E0DBE9-9012-4336-81AC-9466773F9525}"/>
              </a:ext>
            </a:extLst>
          </p:cNvPr>
          <p:cNvSpPr>
            <a:spLocks noGrp="1"/>
          </p:cNvSpPr>
          <p:nvPr>
            <p:ph sz="quarter" idx="33" hasCustomPrompt="1"/>
          </p:nvPr>
        </p:nvSpPr>
        <p:spPr>
          <a:xfrm>
            <a:off x="342900" y="4888590"/>
            <a:ext cx="8458200" cy="64008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22" name="Content Placeholder 8">
            <a:extLst>
              <a:ext uri="{FF2B5EF4-FFF2-40B4-BE49-F238E27FC236}">
                <a16:creationId xmlns:a16="http://schemas.microsoft.com/office/drawing/2014/main" xmlns="" id="{5D6582B6-E9CC-4961-A0B1-16E40B747669}"/>
              </a:ext>
            </a:extLst>
          </p:cNvPr>
          <p:cNvSpPr>
            <a:spLocks noGrp="1"/>
          </p:cNvSpPr>
          <p:nvPr>
            <p:ph sz="quarter" idx="35" hasCustomPrompt="1"/>
          </p:nvPr>
        </p:nvSpPr>
        <p:spPr>
          <a:xfrm>
            <a:off x="342900" y="5610966"/>
            <a:ext cx="8458200" cy="64008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5" name="Credit line">
            <a:extLst>
              <a:ext uri="{FF2B5EF4-FFF2-40B4-BE49-F238E27FC236}">
                <a16:creationId xmlns:a16="http://schemas.microsoft.com/office/drawing/2014/main" xmlns="" id="{194413E1-24F9-4B3E-92BB-B924348B686C}"/>
              </a:ext>
            </a:extLst>
          </p:cNvPr>
          <p:cNvSpPr>
            <a:spLocks noGrp="1"/>
          </p:cNvSpPr>
          <p:nvPr>
            <p:ph type="body" sz="quarter" idx="39" hasCustomPrompt="1"/>
          </p:nvPr>
        </p:nvSpPr>
        <p:spPr>
          <a:xfrm>
            <a:off x="3725160" y="6676644"/>
            <a:ext cx="4846320" cy="181356"/>
          </a:xfrm>
        </p:spPr>
        <p:txBody>
          <a:bodyPr anchor="ctr">
            <a:noAutofit/>
          </a:bodyPr>
          <a:lstStyle>
            <a:lvl1pPr algn="r">
              <a:defRPr sz="800">
                <a:solidFill>
                  <a:srgbClr val="595959"/>
                </a:solidFill>
              </a:defRPr>
            </a:lvl1pPr>
            <a:lvl2pPr marL="1588" indent="0">
              <a:buNone/>
              <a:defRPr/>
            </a:lvl2pPr>
          </a:lstStyle>
          <a:p>
            <a:pPr lvl="0"/>
            <a:r>
              <a:rPr lang="en-US" dirty="0"/>
              <a:t>Insert Image Credit Here</a:t>
            </a:r>
          </a:p>
        </p:txBody>
      </p:sp>
      <p:sp>
        <p:nvSpPr>
          <p:cNvPr id="17" name="Appendix Link">
            <a:extLst>
              <a:ext uri="{FF2B5EF4-FFF2-40B4-BE49-F238E27FC236}">
                <a16:creationId xmlns:a16="http://schemas.microsoft.com/office/drawing/2014/main" xmlns="" id="{F5C7E8B8-9FD9-4A42-A3A3-D6FEC84AC15D}"/>
              </a:ext>
            </a:extLst>
          </p:cNvPr>
          <p:cNvSpPr>
            <a:spLocks noGrp="1"/>
          </p:cNvSpPr>
          <p:nvPr>
            <p:ph type="body" sz="quarter" idx="40" hasCustomPrompt="1"/>
          </p:nvPr>
        </p:nvSpPr>
        <p:spPr>
          <a:xfrm>
            <a:off x="3200400" y="6301016"/>
            <a:ext cx="2743200" cy="192024"/>
          </a:xfrm>
        </p:spPr>
        <p:txBody>
          <a:bodyPr anchor="ctr">
            <a:noAutofit/>
          </a:bodyPr>
          <a:lstStyle>
            <a:lvl1pPr algn="ctr">
              <a:defRPr sz="900"/>
            </a:lvl1pPr>
          </a:lstStyle>
          <a:p>
            <a:pPr lvl="0"/>
            <a:r>
              <a:rPr lang="en-US" dirty="0"/>
              <a:t>Add text alternative link, if needed.</a:t>
            </a:r>
          </a:p>
        </p:txBody>
      </p:sp>
      <p:sp>
        <p:nvSpPr>
          <p:cNvPr id="18" name="Slide Number Placeholder">
            <a:extLst>
              <a:ext uri="{FF2B5EF4-FFF2-40B4-BE49-F238E27FC236}">
                <a16:creationId xmlns:a16="http://schemas.microsoft.com/office/drawing/2014/main" xmlns="" id="{0E3DF607-DE1F-41E1-A6E2-214E629A539D}"/>
              </a:ext>
            </a:extLst>
          </p:cNvPr>
          <p:cNvSpPr>
            <a:spLocks noGrp="1"/>
          </p:cNvSpPr>
          <p:nvPr>
            <p:ph type="sldNum" sz="quarter" idx="10"/>
          </p:nvPr>
        </p:nvSpPr>
        <p:spPr>
          <a:xfrm>
            <a:off x="8647432" y="6684041"/>
            <a:ext cx="355840" cy="161396"/>
          </a:xfrm>
          <a:prstGeom prst="rect">
            <a:avLst/>
          </a:prstGeom>
        </p:spPr>
        <p:txBody>
          <a:bodyPr rIns="45720" anchor="ctr"/>
          <a:lstStyle>
            <a:lvl1pPr algn="r">
              <a:defRPr sz="800">
                <a:solidFill>
                  <a:srgbClr val="595959"/>
                </a:solidFill>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xmlns="" val="865972370"/>
      </p:ext>
    </p:extLst>
  </p:cSld>
  <p:clrMapOvr>
    <a:masterClrMapping/>
  </p:clrMapOvr>
  <p:extLst>
    <p:ext uri="{DCECCB84-F9BA-43D5-87BE-67443E8EF086}">
      <p15:sldGuideLst xmlns:p15="http://schemas.microsoft.com/office/powerpoint/2012/main" xmlns="">
        <p15:guide id="1" orient="horz" pos="2592">
          <p15:clr>
            <a:srgbClr val="FBAE40"/>
          </p15:clr>
        </p15:guide>
        <p15:guide id="2" orient="horz" pos="273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Eight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10"/>
            <a:ext cx="8458200" cy="548640"/>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xmlns="" id="{3356A590-66B5-4770-8441-82DC031F56EA}"/>
              </a:ext>
            </a:extLst>
          </p:cNvPr>
          <p:cNvSpPr>
            <a:spLocks noGrp="1"/>
          </p:cNvSpPr>
          <p:nvPr>
            <p:ph sz="quarter" idx="15" hasCustomPrompt="1"/>
          </p:nvPr>
        </p:nvSpPr>
        <p:spPr>
          <a:xfrm>
            <a:off x="342900" y="1908952"/>
            <a:ext cx="8458200" cy="548640"/>
          </a:xfrm>
        </p:spPr>
        <p:txBody>
          <a:bodyPr>
            <a:noAutofit/>
          </a:bodyPr>
          <a:lstStyle>
            <a:lvl1pPr>
              <a:defRPr sz="2400"/>
            </a:lvl1pPr>
            <a:lvl2pPr>
              <a:defRPr sz="2400"/>
            </a:lvl2pPr>
            <a:lvl3pPr marL="640080">
              <a:defRPr sz="2000"/>
            </a:lvl3pPr>
          </a:lstStyle>
          <a:p>
            <a:pPr lvl="0"/>
            <a:r>
              <a:rPr lang="en-US" dirty="0"/>
              <a:t>Slide Content 3</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xmlns="" id="{E908CA92-5DB2-4DC0-937B-1B178AA91781}"/>
              </a:ext>
            </a:extLst>
          </p:cNvPr>
          <p:cNvSpPr>
            <a:spLocks noGrp="1"/>
          </p:cNvSpPr>
          <p:nvPr>
            <p:ph sz="quarter" idx="17" hasCustomPrompt="1"/>
          </p:nvPr>
        </p:nvSpPr>
        <p:spPr>
          <a:xfrm>
            <a:off x="342900" y="2541194"/>
            <a:ext cx="8458200" cy="548640"/>
          </a:xfrm>
        </p:spPr>
        <p:txBody>
          <a:bodyPr>
            <a:noAutofit/>
          </a:bodyPr>
          <a:lstStyle>
            <a:lvl1pPr>
              <a:defRPr sz="2400"/>
            </a:lvl1pPr>
            <a:lvl2pPr>
              <a:defRPr sz="2400"/>
            </a:lvl2pPr>
            <a:lvl3pPr marL="640080">
              <a:defRPr sz="2000"/>
            </a:lvl3pPr>
          </a:lstStyle>
          <a:p>
            <a:pPr lvl="0"/>
            <a:r>
              <a:rPr lang="en-US" dirty="0"/>
              <a:t>Slide Content 5</a:t>
            </a:r>
          </a:p>
          <a:p>
            <a:pPr lvl="1"/>
            <a:r>
              <a:rPr lang="en-US" dirty="0"/>
              <a:t>Second level</a:t>
            </a:r>
          </a:p>
          <a:p>
            <a:pPr lvl="2"/>
            <a:r>
              <a:rPr lang="en-US" dirty="0"/>
              <a:t>Third level</a:t>
            </a:r>
          </a:p>
        </p:txBody>
      </p:sp>
      <p:sp>
        <p:nvSpPr>
          <p:cNvPr id="12" name="Content Placeholder 7">
            <a:extLst>
              <a:ext uri="{FF2B5EF4-FFF2-40B4-BE49-F238E27FC236}">
                <a16:creationId xmlns:a16="http://schemas.microsoft.com/office/drawing/2014/main" xmlns="" id="{8B728CCD-2639-461B-9841-57505AC13467}"/>
              </a:ext>
            </a:extLst>
          </p:cNvPr>
          <p:cNvSpPr>
            <a:spLocks noGrp="1"/>
          </p:cNvSpPr>
          <p:nvPr>
            <p:ph sz="quarter" idx="19" hasCustomPrompt="1"/>
          </p:nvPr>
        </p:nvSpPr>
        <p:spPr>
          <a:xfrm>
            <a:off x="342900" y="3173436"/>
            <a:ext cx="8458200" cy="54864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6" name="Content Placeholder 8">
            <a:extLst>
              <a:ext uri="{FF2B5EF4-FFF2-40B4-BE49-F238E27FC236}">
                <a16:creationId xmlns:a16="http://schemas.microsoft.com/office/drawing/2014/main" xmlns="" id="{41911D2E-DB3B-4ABE-BFA4-4ECA285F3C1B}"/>
              </a:ext>
            </a:extLst>
          </p:cNvPr>
          <p:cNvSpPr>
            <a:spLocks noGrp="1"/>
          </p:cNvSpPr>
          <p:nvPr>
            <p:ph sz="quarter" idx="31" hasCustomPrompt="1"/>
          </p:nvPr>
        </p:nvSpPr>
        <p:spPr>
          <a:xfrm>
            <a:off x="342900" y="3805678"/>
            <a:ext cx="8458200" cy="54864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20" name="Content Placeholder 8">
            <a:extLst>
              <a:ext uri="{FF2B5EF4-FFF2-40B4-BE49-F238E27FC236}">
                <a16:creationId xmlns:a16="http://schemas.microsoft.com/office/drawing/2014/main" xmlns="" id="{17E0DBE9-9012-4336-81AC-9466773F9525}"/>
              </a:ext>
            </a:extLst>
          </p:cNvPr>
          <p:cNvSpPr>
            <a:spLocks noGrp="1"/>
          </p:cNvSpPr>
          <p:nvPr>
            <p:ph sz="quarter" idx="33" hasCustomPrompt="1"/>
          </p:nvPr>
        </p:nvSpPr>
        <p:spPr>
          <a:xfrm>
            <a:off x="342900" y="4437920"/>
            <a:ext cx="8458200" cy="54864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22" name="Content Placeholder 8">
            <a:extLst>
              <a:ext uri="{FF2B5EF4-FFF2-40B4-BE49-F238E27FC236}">
                <a16:creationId xmlns:a16="http://schemas.microsoft.com/office/drawing/2014/main" xmlns="" id="{5D6582B6-E9CC-4961-A0B1-16E40B747669}"/>
              </a:ext>
            </a:extLst>
          </p:cNvPr>
          <p:cNvSpPr>
            <a:spLocks noGrp="1"/>
          </p:cNvSpPr>
          <p:nvPr>
            <p:ph sz="quarter" idx="35" hasCustomPrompt="1"/>
          </p:nvPr>
        </p:nvSpPr>
        <p:spPr>
          <a:xfrm>
            <a:off x="342900" y="5070162"/>
            <a:ext cx="8458200" cy="54864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24" name="Content Placeholder 8">
            <a:extLst>
              <a:ext uri="{FF2B5EF4-FFF2-40B4-BE49-F238E27FC236}">
                <a16:creationId xmlns:a16="http://schemas.microsoft.com/office/drawing/2014/main" xmlns="" id="{FCBD3762-5ECC-4CC7-8369-83E4CE556B11}"/>
              </a:ext>
            </a:extLst>
          </p:cNvPr>
          <p:cNvSpPr>
            <a:spLocks noGrp="1"/>
          </p:cNvSpPr>
          <p:nvPr>
            <p:ph sz="quarter" idx="37" hasCustomPrompt="1"/>
          </p:nvPr>
        </p:nvSpPr>
        <p:spPr>
          <a:xfrm>
            <a:off x="342900" y="5702406"/>
            <a:ext cx="8458200" cy="54864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5" name="Credit line">
            <a:extLst>
              <a:ext uri="{FF2B5EF4-FFF2-40B4-BE49-F238E27FC236}">
                <a16:creationId xmlns:a16="http://schemas.microsoft.com/office/drawing/2014/main" xmlns="" id="{288556A8-5617-425C-8FB4-D3F09F5556D7}"/>
              </a:ext>
            </a:extLst>
          </p:cNvPr>
          <p:cNvSpPr>
            <a:spLocks noGrp="1"/>
          </p:cNvSpPr>
          <p:nvPr>
            <p:ph type="body" sz="quarter" idx="39" hasCustomPrompt="1"/>
          </p:nvPr>
        </p:nvSpPr>
        <p:spPr>
          <a:xfrm>
            <a:off x="3725160" y="6676644"/>
            <a:ext cx="4846320" cy="181356"/>
          </a:xfrm>
        </p:spPr>
        <p:txBody>
          <a:bodyPr anchor="ctr">
            <a:noAutofit/>
          </a:bodyPr>
          <a:lstStyle>
            <a:lvl1pPr algn="r">
              <a:defRPr sz="800">
                <a:solidFill>
                  <a:srgbClr val="595959"/>
                </a:solidFill>
              </a:defRPr>
            </a:lvl1pPr>
            <a:lvl2pPr marL="1588" indent="0">
              <a:buNone/>
              <a:defRPr/>
            </a:lvl2pPr>
          </a:lstStyle>
          <a:p>
            <a:pPr lvl="0"/>
            <a:r>
              <a:rPr lang="en-US" dirty="0"/>
              <a:t>Insert Image Credit Here</a:t>
            </a:r>
          </a:p>
        </p:txBody>
      </p:sp>
      <p:sp>
        <p:nvSpPr>
          <p:cNvPr id="17" name="Appendix Link">
            <a:extLst>
              <a:ext uri="{FF2B5EF4-FFF2-40B4-BE49-F238E27FC236}">
                <a16:creationId xmlns:a16="http://schemas.microsoft.com/office/drawing/2014/main" xmlns="" id="{88D90C7C-A465-44DC-8D6E-B4C5B19BA33B}"/>
              </a:ext>
            </a:extLst>
          </p:cNvPr>
          <p:cNvSpPr>
            <a:spLocks noGrp="1"/>
          </p:cNvSpPr>
          <p:nvPr>
            <p:ph type="body" sz="quarter" idx="40" hasCustomPrompt="1"/>
          </p:nvPr>
        </p:nvSpPr>
        <p:spPr>
          <a:xfrm>
            <a:off x="3200400" y="6301016"/>
            <a:ext cx="2743200" cy="192024"/>
          </a:xfrm>
        </p:spPr>
        <p:txBody>
          <a:bodyPr anchor="ctr">
            <a:noAutofit/>
          </a:bodyPr>
          <a:lstStyle>
            <a:lvl1pPr algn="ctr">
              <a:defRPr sz="900"/>
            </a:lvl1pPr>
          </a:lstStyle>
          <a:p>
            <a:pPr lvl="0"/>
            <a:r>
              <a:rPr lang="en-US" dirty="0"/>
              <a:t>Add text alternative link, if needed.</a:t>
            </a:r>
          </a:p>
        </p:txBody>
      </p:sp>
      <p:sp>
        <p:nvSpPr>
          <p:cNvPr id="18" name="Slide Number Placeholder">
            <a:extLst>
              <a:ext uri="{FF2B5EF4-FFF2-40B4-BE49-F238E27FC236}">
                <a16:creationId xmlns:a16="http://schemas.microsoft.com/office/drawing/2014/main" xmlns="" id="{4AD6EDDA-7564-4343-AC70-8A7C82F623A6}"/>
              </a:ext>
            </a:extLst>
          </p:cNvPr>
          <p:cNvSpPr>
            <a:spLocks noGrp="1"/>
          </p:cNvSpPr>
          <p:nvPr>
            <p:ph type="sldNum" sz="quarter" idx="10"/>
          </p:nvPr>
        </p:nvSpPr>
        <p:spPr>
          <a:xfrm>
            <a:off x="8647432" y="6684041"/>
            <a:ext cx="355840" cy="161396"/>
          </a:xfrm>
          <a:prstGeom prst="rect">
            <a:avLst/>
          </a:prstGeom>
        </p:spPr>
        <p:txBody>
          <a:bodyPr rIns="45720" anchor="ctr"/>
          <a:lstStyle>
            <a:lvl1pPr algn="r">
              <a:defRPr sz="800">
                <a:solidFill>
                  <a:srgbClr val="595959"/>
                </a:solidFill>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xmlns="" val="4281512099"/>
      </p:ext>
    </p:extLst>
  </p:cSld>
  <p:clrMapOvr>
    <a:masterClrMapping/>
  </p:clrMapOvr>
  <p:extLst>
    <p:ext uri="{DCECCB84-F9BA-43D5-87BE-67443E8EF086}">
      <p15:sldGuideLst xmlns:p15="http://schemas.microsoft.com/office/powerpoint/2012/main" xmlns="">
        <p15:guide id="1" orient="horz" pos="2592">
          <p15:clr>
            <a:srgbClr val="FBAE40"/>
          </p15:clr>
        </p15:guide>
        <p15:guide id="2" orient="horz" pos="273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0_Twelve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10"/>
            <a:ext cx="4114800" cy="731520"/>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xmlns="" id="{0B2D170F-7AF9-40BB-A11B-08474DF5C3AA}"/>
              </a:ext>
            </a:extLst>
          </p:cNvPr>
          <p:cNvSpPr>
            <a:spLocks noGrp="1"/>
          </p:cNvSpPr>
          <p:nvPr>
            <p:ph sz="quarter" idx="14" hasCustomPrompt="1"/>
          </p:nvPr>
        </p:nvSpPr>
        <p:spPr>
          <a:xfrm>
            <a:off x="4686300" y="1276710"/>
            <a:ext cx="4114800" cy="731520"/>
          </a:xfrm>
        </p:spPr>
        <p:txBody>
          <a:bodyPr>
            <a:noAutofit/>
          </a:bodyPr>
          <a:lstStyle>
            <a:lvl1pPr>
              <a:defRPr sz="2400"/>
            </a:lvl1pPr>
            <a:lvl2pPr>
              <a:defRPr sz="2400"/>
            </a:lvl2pPr>
            <a:lvl3pPr marL="640080">
              <a:defRPr sz="2000"/>
            </a:lvl3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xmlns="" id="{3356A590-66B5-4770-8441-82DC031F56EA}"/>
              </a:ext>
            </a:extLst>
          </p:cNvPr>
          <p:cNvSpPr>
            <a:spLocks noGrp="1"/>
          </p:cNvSpPr>
          <p:nvPr>
            <p:ph sz="quarter" idx="15" hasCustomPrompt="1"/>
          </p:nvPr>
        </p:nvSpPr>
        <p:spPr>
          <a:xfrm>
            <a:off x="342900" y="2125273"/>
            <a:ext cx="4114800" cy="731520"/>
          </a:xfrm>
        </p:spPr>
        <p:txBody>
          <a:bodyPr>
            <a:noAutofit/>
          </a:bodyPr>
          <a:lstStyle>
            <a:lvl1pPr>
              <a:defRPr sz="2400"/>
            </a:lvl1pPr>
            <a:lvl2pPr>
              <a:defRPr sz="2400"/>
            </a:lvl2pPr>
            <a:lvl3pPr marL="640080">
              <a:defRPr sz="2000"/>
            </a:lvl3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xmlns="" id="{30BD29E5-BD7B-4CD0-9B09-8F8B24F89FBE}"/>
              </a:ext>
            </a:extLst>
          </p:cNvPr>
          <p:cNvSpPr>
            <a:spLocks noGrp="1"/>
          </p:cNvSpPr>
          <p:nvPr>
            <p:ph sz="quarter" idx="16" hasCustomPrompt="1"/>
          </p:nvPr>
        </p:nvSpPr>
        <p:spPr>
          <a:xfrm>
            <a:off x="4686300" y="2125273"/>
            <a:ext cx="4114800" cy="731520"/>
          </a:xfrm>
        </p:spPr>
        <p:txBody>
          <a:bodyPr>
            <a:noAutofit/>
          </a:bodyPr>
          <a:lstStyle>
            <a:lvl1pPr>
              <a:defRPr sz="2400"/>
            </a:lvl1pPr>
            <a:lvl2pPr>
              <a:defRPr sz="2400"/>
            </a:lvl2pPr>
            <a:lvl3pPr marL="640080">
              <a:defRPr sz="2000"/>
            </a:lvl3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xmlns="" id="{E908CA92-5DB2-4DC0-937B-1B178AA91781}"/>
              </a:ext>
            </a:extLst>
          </p:cNvPr>
          <p:cNvSpPr>
            <a:spLocks noGrp="1"/>
          </p:cNvSpPr>
          <p:nvPr>
            <p:ph sz="quarter" idx="17" hasCustomPrompt="1"/>
          </p:nvPr>
        </p:nvSpPr>
        <p:spPr>
          <a:xfrm>
            <a:off x="342900" y="2973836"/>
            <a:ext cx="4114800" cy="731520"/>
          </a:xfrm>
        </p:spPr>
        <p:txBody>
          <a:bodyPr>
            <a:noAutofit/>
          </a:bodyPr>
          <a:lstStyle>
            <a:lvl1pPr>
              <a:defRPr sz="2400"/>
            </a:lvl1pPr>
            <a:lvl2pPr>
              <a:defRPr sz="2400"/>
            </a:lvl2pPr>
            <a:lvl3pPr marL="640080">
              <a:defRPr sz="2000"/>
            </a:lvl3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xmlns="" id="{8B728CCD-2639-461B-9841-57505AC13467}"/>
              </a:ext>
            </a:extLst>
          </p:cNvPr>
          <p:cNvSpPr>
            <a:spLocks noGrp="1"/>
          </p:cNvSpPr>
          <p:nvPr>
            <p:ph sz="quarter" idx="18" hasCustomPrompt="1"/>
          </p:nvPr>
        </p:nvSpPr>
        <p:spPr>
          <a:xfrm>
            <a:off x="4686300" y="2973836"/>
            <a:ext cx="4114800" cy="73152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2" name="Content Placeholder 7">
            <a:extLst>
              <a:ext uri="{FF2B5EF4-FFF2-40B4-BE49-F238E27FC236}">
                <a16:creationId xmlns:a16="http://schemas.microsoft.com/office/drawing/2014/main" xmlns="" id="{8B728CCD-2639-461B-9841-57505AC13467}"/>
              </a:ext>
            </a:extLst>
          </p:cNvPr>
          <p:cNvSpPr>
            <a:spLocks noGrp="1"/>
          </p:cNvSpPr>
          <p:nvPr>
            <p:ph sz="quarter" idx="19" hasCustomPrompt="1"/>
          </p:nvPr>
        </p:nvSpPr>
        <p:spPr>
          <a:xfrm>
            <a:off x="342900" y="3822399"/>
            <a:ext cx="4114800" cy="73152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4" name="Content Placeholder 8">
            <a:extLst>
              <a:ext uri="{FF2B5EF4-FFF2-40B4-BE49-F238E27FC236}">
                <a16:creationId xmlns:a16="http://schemas.microsoft.com/office/drawing/2014/main" xmlns="" id="{8B728CCD-2639-461B-9841-57505AC13467}"/>
              </a:ext>
            </a:extLst>
          </p:cNvPr>
          <p:cNvSpPr>
            <a:spLocks noGrp="1"/>
          </p:cNvSpPr>
          <p:nvPr>
            <p:ph sz="quarter" idx="20" hasCustomPrompt="1"/>
          </p:nvPr>
        </p:nvSpPr>
        <p:spPr>
          <a:xfrm>
            <a:off x="4686300" y="3822399"/>
            <a:ext cx="4114800" cy="73152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6" name="Content Placeholder 8">
            <a:extLst>
              <a:ext uri="{FF2B5EF4-FFF2-40B4-BE49-F238E27FC236}">
                <a16:creationId xmlns:a16="http://schemas.microsoft.com/office/drawing/2014/main" xmlns="" id="{41911D2E-DB3B-4ABE-BFA4-4ECA285F3C1B}"/>
              </a:ext>
            </a:extLst>
          </p:cNvPr>
          <p:cNvSpPr>
            <a:spLocks noGrp="1"/>
          </p:cNvSpPr>
          <p:nvPr>
            <p:ph sz="quarter" idx="31" hasCustomPrompt="1"/>
          </p:nvPr>
        </p:nvSpPr>
        <p:spPr>
          <a:xfrm>
            <a:off x="342900" y="4670962"/>
            <a:ext cx="4114800" cy="73152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7" name="Content Placeholder 8">
            <a:extLst>
              <a:ext uri="{FF2B5EF4-FFF2-40B4-BE49-F238E27FC236}">
                <a16:creationId xmlns:a16="http://schemas.microsoft.com/office/drawing/2014/main" xmlns="" id="{510AB7B5-A7A8-4824-BF57-E1A4A7E78C2F}"/>
              </a:ext>
            </a:extLst>
          </p:cNvPr>
          <p:cNvSpPr>
            <a:spLocks noGrp="1"/>
          </p:cNvSpPr>
          <p:nvPr>
            <p:ph sz="quarter" idx="32" hasCustomPrompt="1"/>
          </p:nvPr>
        </p:nvSpPr>
        <p:spPr>
          <a:xfrm>
            <a:off x="4686300" y="4670962"/>
            <a:ext cx="4114800" cy="73152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20" name="Content Placeholder 8">
            <a:extLst>
              <a:ext uri="{FF2B5EF4-FFF2-40B4-BE49-F238E27FC236}">
                <a16:creationId xmlns:a16="http://schemas.microsoft.com/office/drawing/2014/main" xmlns="" id="{17E0DBE9-9012-4336-81AC-9466773F9525}"/>
              </a:ext>
            </a:extLst>
          </p:cNvPr>
          <p:cNvSpPr>
            <a:spLocks noGrp="1"/>
          </p:cNvSpPr>
          <p:nvPr>
            <p:ph sz="quarter" idx="33" hasCustomPrompt="1"/>
          </p:nvPr>
        </p:nvSpPr>
        <p:spPr>
          <a:xfrm>
            <a:off x="342900" y="5519526"/>
            <a:ext cx="4114800" cy="73152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21" name="Content Placeholder 8">
            <a:extLst>
              <a:ext uri="{FF2B5EF4-FFF2-40B4-BE49-F238E27FC236}">
                <a16:creationId xmlns:a16="http://schemas.microsoft.com/office/drawing/2014/main" xmlns="" id="{E13DB454-3A0C-44CC-80CA-B7ECEC0F121D}"/>
              </a:ext>
            </a:extLst>
          </p:cNvPr>
          <p:cNvSpPr>
            <a:spLocks noGrp="1"/>
          </p:cNvSpPr>
          <p:nvPr>
            <p:ph sz="quarter" idx="34" hasCustomPrompt="1"/>
          </p:nvPr>
        </p:nvSpPr>
        <p:spPr>
          <a:xfrm>
            <a:off x="4686300" y="5519526"/>
            <a:ext cx="4114800" cy="73152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9" name="Credit line">
            <a:extLst>
              <a:ext uri="{FF2B5EF4-FFF2-40B4-BE49-F238E27FC236}">
                <a16:creationId xmlns:a16="http://schemas.microsoft.com/office/drawing/2014/main" xmlns="" id="{921D1CBB-29B1-4AF0-85AC-05CEEB2E53B8}"/>
              </a:ext>
            </a:extLst>
          </p:cNvPr>
          <p:cNvSpPr>
            <a:spLocks noGrp="1"/>
          </p:cNvSpPr>
          <p:nvPr>
            <p:ph type="body" sz="quarter" idx="39" hasCustomPrompt="1"/>
          </p:nvPr>
        </p:nvSpPr>
        <p:spPr>
          <a:xfrm>
            <a:off x="3725160" y="6676644"/>
            <a:ext cx="4846320" cy="181356"/>
          </a:xfrm>
        </p:spPr>
        <p:txBody>
          <a:bodyPr anchor="ctr">
            <a:noAutofit/>
          </a:bodyPr>
          <a:lstStyle>
            <a:lvl1pPr algn="r">
              <a:defRPr sz="800">
                <a:solidFill>
                  <a:srgbClr val="595959"/>
                </a:solidFill>
              </a:defRPr>
            </a:lvl1pPr>
            <a:lvl2pPr marL="1588" indent="0">
              <a:buNone/>
              <a:defRPr/>
            </a:lvl2pPr>
          </a:lstStyle>
          <a:p>
            <a:pPr lvl="0"/>
            <a:r>
              <a:rPr lang="en-US" dirty="0"/>
              <a:t>Insert Image Credit Here</a:t>
            </a:r>
          </a:p>
        </p:txBody>
      </p:sp>
      <p:sp>
        <p:nvSpPr>
          <p:cNvPr id="22" name="Appendix Link">
            <a:extLst>
              <a:ext uri="{FF2B5EF4-FFF2-40B4-BE49-F238E27FC236}">
                <a16:creationId xmlns:a16="http://schemas.microsoft.com/office/drawing/2014/main" xmlns="" id="{7266FB79-AEAE-4524-B1F5-620958A3E0C9}"/>
              </a:ext>
            </a:extLst>
          </p:cNvPr>
          <p:cNvSpPr>
            <a:spLocks noGrp="1"/>
          </p:cNvSpPr>
          <p:nvPr>
            <p:ph type="body" sz="quarter" idx="40" hasCustomPrompt="1"/>
          </p:nvPr>
        </p:nvSpPr>
        <p:spPr>
          <a:xfrm>
            <a:off x="3200400" y="6301016"/>
            <a:ext cx="2743200" cy="192024"/>
          </a:xfrm>
        </p:spPr>
        <p:txBody>
          <a:bodyPr anchor="ctr">
            <a:noAutofit/>
          </a:bodyPr>
          <a:lstStyle>
            <a:lvl1pPr algn="ctr">
              <a:defRPr sz="900"/>
            </a:lvl1pPr>
          </a:lstStyle>
          <a:p>
            <a:pPr lvl="0"/>
            <a:r>
              <a:rPr lang="en-US" dirty="0"/>
              <a:t>Add text alternative link, if needed.</a:t>
            </a:r>
          </a:p>
        </p:txBody>
      </p:sp>
      <p:sp>
        <p:nvSpPr>
          <p:cNvPr id="23" name="Slide Number Placeholder">
            <a:extLst>
              <a:ext uri="{FF2B5EF4-FFF2-40B4-BE49-F238E27FC236}">
                <a16:creationId xmlns:a16="http://schemas.microsoft.com/office/drawing/2014/main" xmlns="" id="{0756988A-F8DB-4476-8924-C443088A44BB}"/>
              </a:ext>
            </a:extLst>
          </p:cNvPr>
          <p:cNvSpPr>
            <a:spLocks noGrp="1"/>
          </p:cNvSpPr>
          <p:nvPr>
            <p:ph type="sldNum" sz="quarter" idx="10"/>
          </p:nvPr>
        </p:nvSpPr>
        <p:spPr>
          <a:xfrm>
            <a:off x="8647432" y="6684041"/>
            <a:ext cx="355840" cy="161396"/>
          </a:xfrm>
          <a:prstGeom prst="rect">
            <a:avLst/>
          </a:prstGeom>
        </p:spPr>
        <p:txBody>
          <a:bodyPr rIns="45720" anchor="ctr"/>
          <a:lstStyle>
            <a:lvl1pPr algn="r">
              <a:defRPr sz="800">
                <a:solidFill>
                  <a:srgbClr val="595959"/>
                </a:solidFill>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xmlns="" val="117571867"/>
      </p:ext>
    </p:extLst>
  </p:cSld>
  <p:clrMapOvr>
    <a:masterClrMapping/>
  </p:clrMapOvr>
  <p:extLst>
    <p:ext uri="{DCECCB84-F9BA-43D5-87BE-67443E8EF086}">
      <p15:sldGuideLst xmlns:p15="http://schemas.microsoft.com/office/powerpoint/2012/main" xmlns="">
        <p15:guide id="1" orient="horz" pos="2592">
          <p15:clr>
            <a:srgbClr val="FBAE40"/>
          </p15:clr>
        </p15:guide>
        <p15:guide id="2" orient="horz" pos="273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1_Fourteen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10"/>
            <a:ext cx="4114800" cy="640080"/>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xmlns="" id="{0B2D170F-7AF9-40BB-A11B-08474DF5C3AA}"/>
              </a:ext>
            </a:extLst>
          </p:cNvPr>
          <p:cNvSpPr>
            <a:spLocks noGrp="1"/>
          </p:cNvSpPr>
          <p:nvPr>
            <p:ph sz="quarter" idx="14" hasCustomPrompt="1"/>
          </p:nvPr>
        </p:nvSpPr>
        <p:spPr>
          <a:xfrm>
            <a:off x="4686300" y="1276710"/>
            <a:ext cx="4114800" cy="640080"/>
          </a:xfrm>
        </p:spPr>
        <p:txBody>
          <a:bodyPr>
            <a:noAutofit/>
          </a:bodyPr>
          <a:lstStyle>
            <a:lvl1pPr>
              <a:defRPr sz="2400"/>
            </a:lvl1pPr>
            <a:lvl2pPr>
              <a:defRPr sz="2400"/>
            </a:lvl2pPr>
            <a:lvl3pPr marL="640080">
              <a:defRPr sz="2000"/>
            </a:lvl3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xmlns="" id="{3356A590-66B5-4770-8441-82DC031F56EA}"/>
              </a:ext>
            </a:extLst>
          </p:cNvPr>
          <p:cNvSpPr>
            <a:spLocks noGrp="1"/>
          </p:cNvSpPr>
          <p:nvPr>
            <p:ph sz="quarter" idx="15" hasCustomPrompt="1"/>
          </p:nvPr>
        </p:nvSpPr>
        <p:spPr>
          <a:xfrm>
            <a:off x="342900" y="1999086"/>
            <a:ext cx="4114800" cy="640080"/>
          </a:xfrm>
        </p:spPr>
        <p:txBody>
          <a:bodyPr>
            <a:noAutofit/>
          </a:bodyPr>
          <a:lstStyle>
            <a:lvl1pPr>
              <a:defRPr sz="2400"/>
            </a:lvl1pPr>
            <a:lvl2pPr>
              <a:defRPr sz="2400"/>
            </a:lvl2pPr>
            <a:lvl3pPr marL="640080">
              <a:defRPr sz="2000"/>
            </a:lvl3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xmlns="" id="{30BD29E5-BD7B-4CD0-9B09-8F8B24F89FBE}"/>
              </a:ext>
            </a:extLst>
          </p:cNvPr>
          <p:cNvSpPr>
            <a:spLocks noGrp="1"/>
          </p:cNvSpPr>
          <p:nvPr>
            <p:ph sz="quarter" idx="16" hasCustomPrompt="1"/>
          </p:nvPr>
        </p:nvSpPr>
        <p:spPr>
          <a:xfrm>
            <a:off x="4686300" y="1999086"/>
            <a:ext cx="4114800" cy="640080"/>
          </a:xfrm>
        </p:spPr>
        <p:txBody>
          <a:bodyPr>
            <a:noAutofit/>
          </a:bodyPr>
          <a:lstStyle>
            <a:lvl1pPr>
              <a:defRPr sz="2400"/>
            </a:lvl1pPr>
            <a:lvl2pPr>
              <a:defRPr sz="2400"/>
            </a:lvl2pPr>
            <a:lvl3pPr marL="640080">
              <a:defRPr sz="2000"/>
            </a:lvl3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xmlns="" id="{E908CA92-5DB2-4DC0-937B-1B178AA91781}"/>
              </a:ext>
            </a:extLst>
          </p:cNvPr>
          <p:cNvSpPr>
            <a:spLocks noGrp="1"/>
          </p:cNvSpPr>
          <p:nvPr>
            <p:ph sz="quarter" idx="17" hasCustomPrompt="1"/>
          </p:nvPr>
        </p:nvSpPr>
        <p:spPr>
          <a:xfrm>
            <a:off x="342900" y="2721462"/>
            <a:ext cx="4114800" cy="640080"/>
          </a:xfrm>
        </p:spPr>
        <p:txBody>
          <a:bodyPr>
            <a:noAutofit/>
          </a:bodyPr>
          <a:lstStyle>
            <a:lvl1pPr>
              <a:defRPr sz="2400"/>
            </a:lvl1pPr>
            <a:lvl2pPr>
              <a:defRPr sz="2400"/>
            </a:lvl2pPr>
            <a:lvl3pPr marL="640080">
              <a:defRPr sz="2000"/>
            </a:lvl3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xmlns="" id="{8B728CCD-2639-461B-9841-57505AC13467}"/>
              </a:ext>
            </a:extLst>
          </p:cNvPr>
          <p:cNvSpPr>
            <a:spLocks noGrp="1"/>
          </p:cNvSpPr>
          <p:nvPr>
            <p:ph sz="quarter" idx="18" hasCustomPrompt="1"/>
          </p:nvPr>
        </p:nvSpPr>
        <p:spPr>
          <a:xfrm>
            <a:off x="4686300" y="2721462"/>
            <a:ext cx="4114800" cy="64008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2" name="Content Placeholder 7">
            <a:extLst>
              <a:ext uri="{FF2B5EF4-FFF2-40B4-BE49-F238E27FC236}">
                <a16:creationId xmlns:a16="http://schemas.microsoft.com/office/drawing/2014/main" xmlns="" id="{8B728CCD-2639-461B-9841-57505AC13467}"/>
              </a:ext>
            </a:extLst>
          </p:cNvPr>
          <p:cNvSpPr>
            <a:spLocks noGrp="1"/>
          </p:cNvSpPr>
          <p:nvPr>
            <p:ph sz="quarter" idx="19" hasCustomPrompt="1"/>
          </p:nvPr>
        </p:nvSpPr>
        <p:spPr>
          <a:xfrm>
            <a:off x="342900" y="3443838"/>
            <a:ext cx="4114800" cy="64008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4" name="Content Placeholder 8">
            <a:extLst>
              <a:ext uri="{FF2B5EF4-FFF2-40B4-BE49-F238E27FC236}">
                <a16:creationId xmlns:a16="http://schemas.microsoft.com/office/drawing/2014/main" xmlns="" id="{8B728CCD-2639-461B-9841-57505AC13467}"/>
              </a:ext>
            </a:extLst>
          </p:cNvPr>
          <p:cNvSpPr>
            <a:spLocks noGrp="1"/>
          </p:cNvSpPr>
          <p:nvPr>
            <p:ph sz="quarter" idx="20" hasCustomPrompt="1"/>
          </p:nvPr>
        </p:nvSpPr>
        <p:spPr>
          <a:xfrm>
            <a:off x="4686300" y="3443838"/>
            <a:ext cx="4114800" cy="64008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6" name="Content Placeholder 8">
            <a:extLst>
              <a:ext uri="{FF2B5EF4-FFF2-40B4-BE49-F238E27FC236}">
                <a16:creationId xmlns:a16="http://schemas.microsoft.com/office/drawing/2014/main" xmlns="" id="{41911D2E-DB3B-4ABE-BFA4-4ECA285F3C1B}"/>
              </a:ext>
            </a:extLst>
          </p:cNvPr>
          <p:cNvSpPr>
            <a:spLocks noGrp="1"/>
          </p:cNvSpPr>
          <p:nvPr>
            <p:ph sz="quarter" idx="31" hasCustomPrompt="1"/>
          </p:nvPr>
        </p:nvSpPr>
        <p:spPr>
          <a:xfrm>
            <a:off x="342900" y="4166214"/>
            <a:ext cx="4114800" cy="64008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7" name="Content Placeholder 8">
            <a:extLst>
              <a:ext uri="{FF2B5EF4-FFF2-40B4-BE49-F238E27FC236}">
                <a16:creationId xmlns:a16="http://schemas.microsoft.com/office/drawing/2014/main" xmlns="" id="{510AB7B5-A7A8-4824-BF57-E1A4A7E78C2F}"/>
              </a:ext>
            </a:extLst>
          </p:cNvPr>
          <p:cNvSpPr>
            <a:spLocks noGrp="1"/>
          </p:cNvSpPr>
          <p:nvPr>
            <p:ph sz="quarter" idx="32" hasCustomPrompt="1"/>
          </p:nvPr>
        </p:nvSpPr>
        <p:spPr>
          <a:xfrm>
            <a:off x="4686300" y="4166214"/>
            <a:ext cx="4114800" cy="64008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20" name="Content Placeholder 8">
            <a:extLst>
              <a:ext uri="{FF2B5EF4-FFF2-40B4-BE49-F238E27FC236}">
                <a16:creationId xmlns:a16="http://schemas.microsoft.com/office/drawing/2014/main" xmlns="" id="{17E0DBE9-9012-4336-81AC-9466773F9525}"/>
              </a:ext>
            </a:extLst>
          </p:cNvPr>
          <p:cNvSpPr>
            <a:spLocks noGrp="1"/>
          </p:cNvSpPr>
          <p:nvPr>
            <p:ph sz="quarter" idx="33" hasCustomPrompt="1"/>
          </p:nvPr>
        </p:nvSpPr>
        <p:spPr>
          <a:xfrm>
            <a:off x="342900" y="4888590"/>
            <a:ext cx="4114800" cy="64008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21" name="Content Placeholder 8">
            <a:extLst>
              <a:ext uri="{FF2B5EF4-FFF2-40B4-BE49-F238E27FC236}">
                <a16:creationId xmlns:a16="http://schemas.microsoft.com/office/drawing/2014/main" xmlns="" id="{E13DB454-3A0C-44CC-80CA-B7ECEC0F121D}"/>
              </a:ext>
            </a:extLst>
          </p:cNvPr>
          <p:cNvSpPr>
            <a:spLocks noGrp="1"/>
          </p:cNvSpPr>
          <p:nvPr>
            <p:ph sz="quarter" idx="34" hasCustomPrompt="1"/>
          </p:nvPr>
        </p:nvSpPr>
        <p:spPr>
          <a:xfrm>
            <a:off x="4686300" y="4888590"/>
            <a:ext cx="4114800" cy="64008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22" name="Content Placeholder 8">
            <a:extLst>
              <a:ext uri="{FF2B5EF4-FFF2-40B4-BE49-F238E27FC236}">
                <a16:creationId xmlns:a16="http://schemas.microsoft.com/office/drawing/2014/main" xmlns="" id="{5D6582B6-E9CC-4961-A0B1-16E40B747669}"/>
              </a:ext>
            </a:extLst>
          </p:cNvPr>
          <p:cNvSpPr>
            <a:spLocks noGrp="1"/>
          </p:cNvSpPr>
          <p:nvPr>
            <p:ph sz="quarter" idx="35" hasCustomPrompt="1"/>
          </p:nvPr>
        </p:nvSpPr>
        <p:spPr>
          <a:xfrm>
            <a:off x="342900" y="5610966"/>
            <a:ext cx="4114800" cy="64008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23" name="Content Placeholder 8">
            <a:extLst>
              <a:ext uri="{FF2B5EF4-FFF2-40B4-BE49-F238E27FC236}">
                <a16:creationId xmlns:a16="http://schemas.microsoft.com/office/drawing/2014/main" xmlns="" id="{192EF1EA-3FAF-446A-9BB8-CB9BA1F88BE6}"/>
              </a:ext>
            </a:extLst>
          </p:cNvPr>
          <p:cNvSpPr>
            <a:spLocks noGrp="1"/>
          </p:cNvSpPr>
          <p:nvPr>
            <p:ph sz="quarter" idx="36" hasCustomPrompt="1"/>
          </p:nvPr>
        </p:nvSpPr>
        <p:spPr>
          <a:xfrm>
            <a:off x="4686300" y="5610966"/>
            <a:ext cx="4114800" cy="64008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24" name="Credit line">
            <a:extLst>
              <a:ext uri="{FF2B5EF4-FFF2-40B4-BE49-F238E27FC236}">
                <a16:creationId xmlns:a16="http://schemas.microsoft.com/office/drawing/2014/main" xmlns="" id="{6CD893F2-2DB8-451D-8639-8F5F27621145}"/>
              </a:ext>
            </a:extLst>
          </p:cNvPr>
          <p:cNvSpPr>
            <a:spLocks noGrp="1"/>
          </p:cNvSpPr>
          <p:nvPr>
            <p:ph type="body" sz="quarter" idx="39" hasCustomPrompt="1"/>
          </p:nvPr>
        </p:nvSpPr>
        <p:spPr>
          <a:xfrm>
            <a:off x="3725160" y="6676644"/>
            <a:ext cx="4846320" cy="181356"/>
          </a:xfrm>
        </p:spPr>
        <p:txBody>
          <a:bodyPr anchor="ctr">
            <a:noAutofit/>
          </a:bodyPr>
          <a:lstStyle>
            <a:lvl1pPr algn="r">
              <a:defRPr sz="800">
                <a:solidFill>
                  <a:srgbClr val="595959"/>
                </a:solidFill>
              </a:defRPr>
            </a:lvl1pPr>
            <a:lvl2pPr marL="1588" indent="0">
              <a:buNone/>
              <a:defRPr/>
            </a:lvl2pPr>
          </a:lstStyle>
          <a:p>
            <a:pPr lvl="0"/>
            <a:r>
              <a:rPr lang="en-US" dirty="0"/>
              <a:t>Insert Image Credit Here</a:t>
            </a:r>
          </a:p>
        </p:txBody>
      </p:sp>
      <p:sp>
        <p:nvSpPr>
          <p:cNvPr id="25" name="Appendix Link">
            <a:extLst>
              <a:ext uri="{FF2B5EF4-FFF2-40B4-BE49-F238E27FC236}">
                <a16:creationId xmlns:a16="http://schemas.microsoft.com/office/drawing/2014/main" xmlns="" id="{D809C3BA-82B9-44E0-9F6C-858C8328AAFC}"/>
              </a:ext>
            </a:extLst>
          </p:cNvPr>
          <p:cNvSpPr>
            <a:spLocks noGrp="1"/>
          </p:cNvSpPr>
          <p:nvPr>
            <p:ph type="body" sz="quarter" idx="40" hasCustomPrompt="1"/>
          </p:nvPr>
        </p:nvSpPr>
        <p:spPr>
          <a:xfrm>
            <a:off x="3200400" y="6301016"/>
            <a:ext cx="2743200" cy="192024"/>
          </a:xfrm>
        </p:spPr>
        <p:txBody>
          <a:bodyPr anchor="ctr">
            <a:noAutofit/>
          </a:bodyPr>
          <a:lstStyle>
            <a:lvl1pPr algn="ctr">
              <a:defRPr sz="900"/>
            </a:lvl1pPr>
          </a:lstStyle>
          <a:p>
            <a:pPr lvl="0"/>
            <a:r>
              <a:rPr lang="en-US" dirty="0"/>
              <a:t>Add text alternative link, if needed.</a:t>
            </a:r>
          </a:p>
        </p:txBody>
      </p:sp>
      <p:sp>
        <p:nvSpPr>
          <p:cNvPr id="26" name="Slide Number Placeholder">
            <a:extLst>
              <a:ext uri="{FF2B5EF4-FFF2-40B4-BE49-F238E27FC236}">
                <a16:creationId xmlns:a16="http://schemas.microsoft.com/office/drawing/2014/main" xmlns="" id="{33936310-BAD7-481C-9216-5D6C7F43A176}"/>
              </a:ext>
            </a:extLst>
          </p:cNvPr>
          <p:cNvSpPr>
            <a:spLocks noGrp="1"/>
          </p:cNvSpPr>
          <p:nvPr>
            <p:ph type="sldNum" sz="quarter" idx="10"/>
          </p:nvPr>
        </p:nvSpPr>
        <p:spPr>
          <a:xfrm>
            <a:off x="8647432" y="6684041"/>
            <a:ext cx="355840" cy="161396"/>
          </a:xfrm>
          <a:prstGeom prst="rect">
            <a:avLst/>
          </a:prstGeom>
        </p:spPr>
        <p:txBody>
          <a:bodyPr rIns="45720" anchor="ctr"/>
          <a:lstStyle>
            <a:lvl1pPr algn="r">
              <a:defRPr sz="800">
                <a:solidFill>
                  <a:srgbClr val="595959"/>
                </a:solidFill>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xmlns="" val="49119664"/>
      </p:ext>
    </p:extLst>
  </p:cSld>
  <p:clrMapOvr>
    <a:masterClrMapping/>
  </p:clrMapOvr>
  <p:extLst>
    <p:ext uri="{DCECCB84-F9BA-43D5-87BE-67443E8EF086}">
      <p15:sldGuideLst xmlns:p15="http://schemas.microsoft.com/office/powerpoint/2012/main" xmlns="">
        <p15:guide id="1" orient="horz" pos="2592">
          <p15:clr>
            <a:srgbClr val="FBAE40"/>
          </p15:clr>
        </p15:guide>
        <p15:guide id="2" orient="horz" pos="27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2_Sixteen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10"/>
            <a:ext cx="4114800" cy="548640"/>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xmlns="" id="{0B2D170F-7AF9-40BB-A11B-08474DF5C3AA}"/>
              </a:ext>
            </a:extLst>
          </p:cNvPr>
          <p:cNvSpPr>
            <a:spLocks noGrp="1"/>
          </p:cNvSpPr>
          <p:nvPr>
            <p:ph sz="quarter" idx="14" hasCustomPrompt="1"/>
          </p:nvPr>
        </p:nvSpPr>
        <p:spPr>
          <a:xfrm>
            <a:off x="4686300" y="1276710"/>
            <a:ext cx="4114800" cy="548640"/>
          </a:xfrm>
        </p:spPr>
        <p:txBody>
          <a:bodyPr>
            <a:noAutofit/>
          </a:bodyPr>
          <a:lstStyle>
            <a:lvl1pPr>
              <a:defRPr sz="2400"/>
            </a:lvl1pPr>
            <a:lvl2pPr>
              <a:defRPr sz="2400"/>
            </a:lvl2pPr>
            <a:lvl3pPr marL="640080">
              <a:defRPr sz="2000"/>
            </a:lvl3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xmlns="" id="{3356A590-66B5-4770-8441-82DC031F56EA}"/>
              </a:ext>
            </a:extLst>
          </p:cNvPr>
          <p:cNvSpPr>
            <a:spLocks noGrp="1"/>
          </p:cNvSpPr>
          <p:nvPr>
            <p:ph sz="quarter" idx="15" hasCustomPrompt="1"/>
          </p:nvPr>
        </p:nvSpPr>
        <p:spPr>
          <a:xfrm>
            <a:off x="342900" y="1908952"/>
            <a:ext cx="4114800" cy="548640"/>
          </a:xfrm>
        </p:spPr>
        <p:txBody>
          <a:bodyPr>
            <a:noAutofit/>
          </a:bodyPr>
          <a:lstStyle>
            <a:lvl1pPr>
              <a:defRPr sz="2400"/>
            </a:lvl1pPr>
            <a:lvl2pPr>
              <a:defRPr sz="2400"/>
            </a:lvl2pPr>
            <a:lvl3pPr marL="640080">
              <a:defRPr sz="2000"/>
            </a:lvl3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xmlns="" id="{30BD29E5-BD7B-4CD0-9B09-8F8B24F89FBE}"/>
              </a:ext>
            </a:extLst>
          </p:cNvPr>
          <p:cNvSpPr>
            <a:spLocks noGrp="1"/>
          </p:cNvSpPr>
          <p:nvPr>
            <p:ph sz="quarter" idx="16" hasCustomPrompt="1"/>
          </p:nvPr>
        </p:nvSpPr>
        <p:spPr>
          <a:xfrm>
            <a:off x="4686300" y="1908952"/>
            <a:ext cx="4114800" cy="548640"/>
          </a:xfrm>
        </p:spPr>
        <p:txBody>
          <a:bodyPr>
            <a:noAutofit/>
          </a:bodyPr>
          <a:lstStyle>
            <a:lvl1pPr>
              <a:defRPr sz="2400"/>
            </a:lvl1pPr>
            <a:lvl2pPr>
              <a:defRPr sz="2400"/>
            </a:lvl2pPr>
            <a:lvl3pPr marL="640080">
              <a:defRPr sz="2000"/>
            </a:lvl3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xmlns="" id="{E908CA92-5DB2-4DC0-937B-1B178AA91781}"/>
              </a:ext>
            </a:extLst>
          </p:cNvPr>
          <p:cNvSpPr>
            <a:spLocks noGrp="1"/>
          </p:cNvSpPr>
          <p:nvPr>
            <p:ph sz="quarter" idx="17" hasCustomPrompt="1"/>
          </p:nvPr>
        </p:nvSpPr>
        <p:spPr>
          <a:xfrm>
            <a:off x="342900" y="2541194"/>
            <a:ext cx="4114800" cy="548640"/>
          </a:xfrm>
        </p:spPr>
        <p:txBody>
          <a:bodyPr>
            <a:noAutofit/>
          </a:bodyPr>
          <a:lstStyle>
            <a:lvl1pPr>
              <a:defRPr sz="2400"/>
            </a:lvl1pPr>
            <a:lvl2pPr>
              <a:defRPr sz="2400"/>
            </a:lvl2pPr>
            <a:lvl3pPr marL="640080">
              <a:defRPr sz="2000"/>
            </a:lvl3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xmlns="" id="{8B728CCD-2639-461B-9841-57505AC13467}"/>
              </a:ext>
            </a:extLst>
          </p:cNvPr>
          <p:cNvSpPr>
            <a:spLocks noGrp="1"/>
          </p:cNvSpPr>
          <p:nvPr>
            <p:ph sz="quarter" idx="18" hasCustomPrompt="1"/>
          </p:nvPr>
        </p:nvSpPr>
        <p:spPr>
          <a:xfrm>
            <a:off x="4686300" y="2541194"/>
            <a:ext cx="4114800" cy="54864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2" name="Content Placeholder 7">
            <a:extLst>
              <a:ext uri="{FF2B5EF4-FFF2-40B4-BE49-F238E27FC236}">
                <a16:creationId xmlns:a16="http://schemas.microsoft.com/office/drawing/2014/main" xmlns="" id="{8B728CCD-2639-461B-9841-57505AC13467}"/>
              </a:ext>
            </a:extLst>
          </p:cNvPr>
          <p:cNvSpPr>
            <a:spLocks noGrp="1"/>
          </p:cNvSpPr>
          <p:nvPr>
            <p:ph sz="quarter" idx="19" hasCustomPrompt="1"/>
          </p:nvPr>
        </p:nvSpPr>
        <p:spPr>
          <a:xfrm>
            <a:off x="342900" y="3173436"/>
            <a:ext cx="4114800" cy="54864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4" name="Content Placeholder 8">
            <a:extLst>
              <a:ext uri="{FF2B5EF4-FFF2-40B4-BE49-F238E27FC236}">
                <a16:creationId xmlns:a16="http://schemas.microsoft.com/office/drawing/2014/main" xmlns="" id="{8B728CCD-2639-461B-9841-57505AC13467}"/>
              </a:ext>
            </a:extLst>
          </p:cNvPr>
          <p:cNvSpPr>
            <a:spLocks noGrp="1"/>
          </p:cNvSpPr>
          <p:nvPr>
            <p:ph sz="quarter" idx="20" hasCustomPrompt="1"/>
          </p:nvPr>
        </p:nvSpPr>
        <p:spPr>
          <a:xfrm>
            <a:off x="4686300" y="3173436"/>
            <a:ext cx="4114800" cy="54864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6" name="Content Placeholder 8">
            <a:extLst>
              <a:ext uri="{FF2B5EF4-FFF2-40B4-BE49-F238E27FC236}">
                <a16:creationId xmlns:a16="http://schemas.microsoft.com/office/drawing/2014/main" xmlns="" id="{41911D2E-DB3B-4ABE-BFA4-4ECA285F3C1B}"/>
              </a:ext>
            </a:extLst>
          </p:cNvPr>
          <p:cNvSpPr>
            <a:spLocks noGrp="1"/>
          </p:cNvSpPr>
          <p:nvPr>
            <p:ph sz="quarter" idx="31" hasCustomPrompt="1"/>
          </p:nvPr>
        </p:nvSpPr>
        <p:spPr>
          <a:xfrm>
            <a:off x="342900" y="3805678"/>
            <a:ext cx="4114800" cy="54864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7" name="Content Placeholder 8">
            <a:extLst>
              <a:ext uri="{FF2B5EF4-FFF2-40B4-BE49-F238E27FC236}">
                <a16:creationId xmlns:a16="http://schemas.microsoft.com/office/drawing/2014/main" xmlns="" id="{510AB7B5-A7A8-4824-BF57-E1A4A7E78C2F}"/>
              </a:ext>
            </a:extLst>
          </p:cNvPr>
          <p:cNvSpPr>
            <a:spLocks noGrp="1"/>
          </p:cNvSpPr>
          <p:nvPr>
            <p:ph sz="quarter" idx="32" hasCustomPrompt="1"/>
          </p:nvPr>
        </p:nvSpPr>
        <p:spPr>
          <a:xfrm>
            <a:off x="4686300" y="3805678"/>
            <a:ext cx="4114800" cy="54864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20" name="Content Placeholder 8">
            <a:extLst>
              <a:ext uri="{FF2B5EF4-FFF2-40B4-BE49-F238E27FC236}">
                <a16:creationId xmlns:a16="http://schemas.microsoft.com/office/drawing/2014/main" xmlns="" id="{17E0DBE9-9012-4336-81AC-9466773F9525}"/>
              </a:ext>
            </a:extLst>
          </p:cNvPr>
          <p:cNvSpPr>
            <a:spLocks noGrp="1"/>
          </p:cNvSpPr>
          <p:nvPr>
            <p:ph sz="quarter" idx="33" hasCustomPrompt="1"/>
          </p:nvPr>
        </p:nvSpPr>
        <p:spPr>
          <a:xfrm>
            <a:off x="342900" y="4437920"/>
            <a:ext cx="4114800" cy="54864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21" name="Content Placeholder 8">
            <a:extLst>
              <a:ext uri="{FF2B5EF4-FFF2-40B4-BE49-F238E27FC236}">
                <a16:creationId xmlns:a16="http://schemas.microsoft.com/office/drawing/2014/main" xmlns="" id="{E13DB454-3A0C-44CC-80CA-B7ECEC0F121D}"/>
              </a:ext>
            </a:extLst>
          </p:cNvPr>
          <p:cNvSpPr>
            <a:spLocks noGrp="1"/>
          </p:cNvSpPr>
          <p:nvPr>
            <p:ph sz="quarter" idx="34" hasCustomPrompt="1"/>
          </p:nvPr>
        </p:nvSpPr>
        <p:spPr>
          <a:xfrm>
            <a:off x="4686300" y="4437920"/>
            <a:ext cx="4114800" cy="54864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22" name="Content Placeholder 8">
            <a:extLst>
              <a:ext uri="{FF2B5EF4-FFF2-40B4-BE49-F238E27FC236}">
                <a16:creationId xmlns:a16="http://schemas.microsoft.com/office/drawing/2014/main" xmlns="" id="{5D6582B6-E9CC-4961-A0B1-16E40B747669}"/>
              </a:ext>
            </a:extLst>
          </p:cNvPr>
          <p:cNvSpPr>
            <a:spLocks noGrp="1"/>
          </p:cNvSpPr>
          <p:nvPr>
            <p:ph sz="quarter" idx="35" hasCustomPrompt="1"/>
          </p:nvPr>
        </p:nvSpPr>
        <p:spPr>
          <a:xfrm>
            <a:off x="342900" y="5070162"/>
            <a:ext cx="4114800" cy="54864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23" name="Content Placeholder 8">
            <a:extLst>
              <a:ext uri="{FF2B5EF4-FFF2-40B4-BE49-F238E27FC236}">
                <a16:creationId xmlns:a16="http://schemas.microsoft.com/office/drawing/2014/main" xmlns="" id="{192EF1EA-3FAF-446A-9BB8-CB9BA1F88BE6}"/>
              </a:ext>
            </a:extLst>
          </p:cNvPr>
          <p:cNvSpPr>
            <a:spLocks noGrp="1"/>
          </p:cNvSpPr>
          <p:nvPr>
            <p:ph sz="quarter" idx="36" hasCustomPrompt="1"/>
          </p:nvPr>
        </p:nvSpPr>
        <p:spPr>
          <a:xfrm>
            <a:off x="4686300" y="5070162"/>
            <a:ext cx="4114800" cy="54864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24" name="Content Placeholder 8">
            <a:extLst>
              <a:ext uri="{FF2B5EF4-FFF2-40B4-BE49-F238E27FC236}">
                <a16:creationId xmlns:a16="http://schemas.microsoft.com/office/drawing/2014/main" xmlns="" id="{FCBD3762-5ECC-4CC7-8369-83E4CE556B11}"/>
              </a:ext>
            </a:extLst>
          </p:cNvPr>
          <p:cNvSpPr>
            <a:spLocks noGrp="1"/>
          </p:cNvSpPr>
          <p:nvPr>
            <p:ph sz="quarter" idx="37" hasCustomPrompt="1"/>
          </p:nvPr>
        </p:nvSpPr>
        <p:spPr>
          <a:xfrm>
            <a:off x="342900" y="5702406"/>
            <a:ext cx="4114800" cy="54864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25" name="Content Placeholder 8">
            <a:extLst>
              <a:ext uri="{FF2B5EF4-FFF2-40B4-BE49-F238E27FC236}">
                <a16:creationId xmlns:a16="http://schemas.microsoft.com/office/drawing/2014/main" xmlns="" id="{F2AE9C6B-E354-43E0-A168-8EB6483C4DB6}"/>
              </a:ext>
            </a:extLst>
          </p:cNvPr>
          <p:cNvSpPr>
            <a:spLocks noGrp="1"/>
          </p:cNvSpPr>
          <p:nvPr>
            <p:ph sz="quarter" idx="38" hasCustomPrompt="1"/>
          </p:nvPr>
        </p:nvSpPr>
        <p:spPr>
          <a:xfrm>
            <a:off x="4686300" y="5702406"/>
            <a:ext cx="4114800" cy="54864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30" name="Credit line">
            <a:extLst>
              <a:ext uri="{FF2B5EF4-FFF2-40B4-BE49-F238E27FC236}">
                <a16:creationId xmlns:a16="http://schemas.microsoft.com/office/drawing/2014/main" xmlns="" id="{E6DEE64F-1259-41DA-8155-BBFE3C02BB4A}"/>
              </a:ext>
            </a:extLst>
          </p:cNvPr>
          <p:cNvSpPr>
            <a:spLocks noGrp="1"/>
          </p:cNvSpPr>
          <p:nvPr>
            <p:ph type="body" sz="quarter" idx="39" hasCustomPrompt="1"/>
          </p:nvPr>
        </p:nvSpPr>
        <p:spPr>
          <a:xfrm>
            <a:off x="3725160" y="6676644"/>
            <a:ext cx="4846320" cy="181356"/>
          </a:xfrm>
        </p:spPr>
        <p:txBody>
          <a:bodyPr anchor="ctr">
            <a:noAutofit/>
          </a:bodyPr>
          <a:lstStyle>
            <a:lvl1pPr algn="r">
              <a:defRPr sz="800">
                <a:solidFill>
                  <a:srgbClr val="595959"/>
                </a:solidFill>
              </a:defRPr>
            </a:lvl1pPr>
            <a:lvl2pPr marL="1588" indent="0">
              <a:buNone/>
              <a:defRPr/>
            </a:lvl2pPr>
          </a:lstStyle>
          <a:p>
            <a:pPr lvl="0"/>
            <a:r>
              <a:rPr lang="en-US" dirty="0"/>
              <a:t>Insert Image Credit Here</a:t>
            </a:r>
          </a:p>
        </p:txBody>
      </p:sp>
      <p:sp>
        <p:nvSpPr>
          <p:cNvPr id="32" name="Appendix Link">
            <a:extLst>
              <a:ext uri="{FF2B5EF4-FFF2-40B4-BE49-F238E27FC236}">
                <a16:creationId xmlns:a16="http://schemas.microsoft.com/office/drawing/2014/main" xmlns="" id="{10C461D8-1BE0-480F-AA26-691586C6675B}"/>
              </a:ext>
            </a:extLst>
          </p:cNvPr>
          <p:cNvSpPr>
            <a:spLocks noGrp="1"/>
          </p:cNvSpPr>
          <p:nvPr>
            <p:ph type="body" sz="quarter" idx="40" hasCustomPrompt="1"/>
          </p:nvPr>
        </p:nvSpPr>
        <p:spPr>
          <a:xfrm>
            <a:off x="3200400" y="6301016"/>
            <a:ext cx="2743200" cy="192024"/>
          </a:xfrm>
        </p:spPr>
        <p:txBody>
          <a:bodyPr anchor="ctr">
            <a:noAutofit/>
          </a:bodyPr>
          <a:lstStyle>
            <a:lvl1pPr algn="ctr">
              <a:defRPr sz="900"/>
            </a:lvl1pPr>
          </a:lstStyle>
          <a:p>
            <a:pPr lvl="0"/>
            <a:r>
              <a:rPr lang="en-US" dirty="0"/>
              <a:t>Add text alternative link, if needed.</a:t>
            </a:r>
          </a:p>
        </p:txBody>
      </p:sp>
      <p:sp>
        <p:nvSpPr>
          <p:cNvPr id="33" name="Slide Number Placeholder">
            <a:extLst>
              <a:ext uri="{FF2B5EF4-FFF2-40B4-BE49-F238E27FC236}">
                <a16:creationId xmlns:a16="http://schemas.microsoft.com/office/drawing/2014/main" xmlns="" id="{F6AD0209-B0AA-4B76-A44B-45BCDF045890}"/>
              </a:ext>
            </a:extLst>
          </p:cNvPr>
          <p:cNvSpPr>
            <a:spLocks noGrp="1"/>
          </p:cNvSpPr>
          <p:nvPr>
            <p:ph type="sldNum" sz="quarter" idx="10"/>
          </p:nvPr>
        </p:nvSpPr>
        <p:spPr>
          <a:xfrm>
            <a:off x="8647432" y="6684041"/>
            <a:ext cx="355840" cy="161396"/>
          </a:xfrm>
          <a:prstGeom prst="rect">
            <a:avLst/>
          </a:prstGeom>
        </p:spPr>
        <p:txBody>
          <a:bodyPr rIns="45720" anchor="ctr"/>
          <a:lstStyle>
            <a:lvl1pPr algn="r">
              <a:defRPr sz="800">
                <a:solidFill>
                  <a:srgbClr val="595959"/>
                </a:solidFill>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xmlns="" val="2358024186"/>
      </p:ext>
    </p:extLst>
  </p:cSld>
  <p:clrMapOvr>
    <a:masterClrMapping/>
  </p:clrMapOvr>
  <p:extLst>
    <p:ext uri="{DCECCB84-F9BA-43D5-87BE-67443E8EF086}">
      <p15:sldGuideLst xmlns:p15="http://schemas.microsoft.com/office/powerpoint/2012/main" xmlns="">
        <p15:guide id="1" orient="horz" pos="2592">
          <p15:clr>
            <a:srgbClr val="FBAE40"/>
          </p15:clr>
        </p15:guide>
        <p15:guide id="2" orient="horz" pos="273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xmlns=""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xmlns="" id="{60DCFDF5-2A5B-440E-888A-BC0BFEF9FF5F}"/>
              </a:ext>
            </a:extLst>
          </p:cNvPr>
          <p:cNvPicPr>
            <a:picLocks noChangeAspect="1"/>
          </p:cNvPicPr>
          <p:nvPr userDrawn="1"/>
        </p:nvPicPr>
        <p:blipFill>
          <a:blip r:embed="rId2" cstate="hqprint">
            <a:extLst>
              <a:ext uri="{28A0092B-C50C-407E-A947-70E740481C1C}">
                <a14:useLocalDpi xmlns:a14="http://schemas.microsoft.com/office/drawing/2010/main" xmlns="" val="0"/>
              </a:ext>
            </a:extLst>
          </a:blip>
          <a:stretch>
            <a:fillRect/>
          </a:stretch>
        </p:blipFill>
        <p:spPr>
          <a:xfrm>
            <a:off x="3350211" y="1005697"/>
            <a:ext cx="2443579" cy="2443579"/>
          </a:xfrm>
          <a:prstGeom prst="rect">
            <a:avLst/>
          </a:prstGeom>
        </p:spPr>
      </p:pic>
      <p:sp>
        <p:nvSpPr>
          <p:cNvPr id="9" name="MGH Tagline">
            <a:extLst>
              <a:ext uri="{FF2B5EF4-FFF2-40B4-BE49-F238E27FC236}">
                <a16:creationId xmlns:a16="http://schemas.microsoft.com/office/drawing/2014/main" xmlns=""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xmlns=""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
        <p:nvSpPr>
          <p:cNvPr id="7" name="Text Placeholder 4">
            <a:extLst>
              <a:ext uri="{FF2B5EF4-FFF2-40B4-BE49-F238E27FC236}">
                <a16:creationId xmlns:a16="http://schemas.microsoft.com/office/drawing/2014/main" xmlns="" id="{08A07F9E-7E00-4897-B959-44BD34DBBEE3}"/>
              </a:ext>
            </a:extLst>
          </p:cNvPr>
          <p:cNvSpPr>
            <a:spLocks noGrp="1"/>
          </p:cNvSpPr>
          <p:nvPr>
            <p:ph type="body" sz="quarter" idx="13" hasCustomPrompt="1"/>
          </p:nvPr>
        </p:nvSpPr>
        <p:spPr>
          <a:xfrm>
            <a:off x="0" y="6483095"/>
            <a:ext cx="9144000" cy="374904"/>
          </a:xfrm>
          <a:prstGeom prst="rect">
            <a:avLst/>
          </a:prstGeom>
        </p:spPr>
        <p:txBody>
          <a:bodyPr anchor="ctr"/>
          <a:lstStyle>
            <a:lvl1pPr algn="ctr">
              <a:spcBef>
                <a:spcPts val="192"/>
              </a:spcBef>
              <a:defRPr sz="800">
                <a:solidFill>
                  <a:schemeClr val="tx1"/>
                </a:solidFill>
              </a:defRPr>
            </a:lvl1pPr>
          </a:lstStyle>
          <a:p>
            <a:pPr defTabSz="457200">
              <a:spcBef>
                <a:spcPct val="20000"/>
              </a:spcBef>
              <a:defRPr/>
            </a:pPr>
            <a:r>
              <a:rPr lang="en-US" dirty="0"/>
              <a:t>© &lt; add the year&gt; McGraw Hill, LLC. All rights reserved. Authorized only for instructor use in the classroom.</a:t>
            </a:r>
          </a:p>
          <a:p>
            <a:pPr defTabSz="457200">
              <a:spcBef>
                <a:spcPct val="20000"/>
              </a:spcBef>
              <a:defRPr/>
            </a:pPr>
            <a:r>
              <a:rPr lang="en-US" dirty="0"/>
              <a:t>No reproduction or further distribution permitted without the prior written consent of McGraw Hill, LLC.</a:t>
            </a:r>
          </a:p>
        </p:txBody>
      </p:sp>
    </p:spTree>
    <p:extLst>
      <p:ext uri="{BB962C8B-B14F-4D97-AF65-F5344CB8AC3E}">
        <p14:creationId xmlns:p14="http://schemas.microsoft.com/office/powerpoint/2010/main" xmlns="" val="7443668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
        <p:nvSpPr>
          <p:cNvPr id="3" name="Slide Number Placeholder">
            <a:extLst>
              <a:ext uri="{FF2B5EF4-FFF2-40B4-BE49-F238E27FC236}">
                <a16:creationId xmlns:a16="http://schemas.microsoft.com/office/drawing/2014/main" xmlns="" id="{75EAFBA1-B136-4644-BD02-04EA0D576F3B}"/>
              </a:ext>
            </a:extLst>
          </p:cNvPr>
          <p:cNvSpPr>
            <a:spLocks noGrp="1"/>
          </p:cNvSpPr>
          <p:nvPr>
            <p:ph type="sldNum" sz="quarter" idx="10"/>
          </p:nvPr>
        </p:nvSpPr>
        <p:spPr>
          <a:xfrm>
            <a:off x="8647432" y="6684041"/>
            <a:ext cx="355840" cy="161396"/>
          </a:xfrm>
          <a:prstGeom prst="rect">
            <a:avLst/>
          </a:prstGeom>
        </p:spPr>
        <p:txBody>
          <a:bodyPr rIns="45720" anchor="ctr"/>
          <a:lstStyle>
            <a:lvl1pPr algn="r">
              <a:defRPr sz="800">
                <a:solidFill>
                  <a:srgbClr val="595959"/>
                </a:solidFill>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xmlns="" val="36925710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C0136BE0-3F2D-44D5-B125-B7A30D2C8896}"/>
              </a:ext>
            </a:extLst>
          </p:cNvPr>
          <p:cNvSpPr>
            <a:spLocks noGrp="1"/>
          </p:cNvSpPr>
          <p:nvPr>
            <p:ph type="title"/>
          </p:nvPr>
        </p:nvSpPr>
        <p:spPr>
          <a:xfrm>
            <a:off x="339450" y="117244"/>
            <a:ext cx="6065851" cy="730970"/>
          </a:xfrm>
          <a:prstGeom prst="rect">
            <a:avLst/>
          </a:prstGeom>
        </p:spPr>
        <p:txBody>
          <a:bodyPr/>
          <a:lstStyle/>
          <a:p>
            <a:r>
              <a:rPr lang="en-US" dirty="0"/>
              <a:t>Click to edit Master title style</a:t>
            </a:r>
          </a:p>
        </p:txBody>
      </p:sp>
      <p:sp>
        <p:nvSpPr>
          <p:cNvPr id="5" name="Content Placeholder">
            <a:extLst>
              <a:ext uri="{FF2B5EF4-FFF2-40B4-BE49-F238E27FC236}">
                <a16:creationId xmlns:a16="http://schemas.microsoft.com/office/drawing/2014/main" xmlns="" id="{DA8444E8-1445-4AB7-85DD-90449330C005}"/>
              </a:ext>
            </a:extLst>
          </p:cNvPr>
          <p:cNvSpPr>
            <a:spLocks noGrp="1"/>
          </p:cNvSpPr>
          <p:nvPr>
            <p:ph sz="quarter" idx="11" hasCustomPrompt="1"/>
          </p:nvPr>
        </p:nvSpPr>
        <p:spPr>
          <a:xfrm>
            <a:off x="342900" y="1973249"/>
            <a:ext cx="6477000" cy="4343400"/>
          </a:xfrm>
        </p:spPr>
        <p:txBody>
          <a:bodyPr/>
          <a:lstStyle>
            <a:lvl1pPr>
              <a:defRPr/>
            </a:lvl1pPr>
            <a:lvl2pPr marL="344488" indent="-342900">
              <a:buFont typeface="Arial" panose="020B0604020202020204" pitchFamily="34" charset="0"/>
              <a:buChar char="•"/>
              <a:defRPr/>
            </a:lvl2pPr>
            <a:lvl3pPr>
              <a:defRPr/>
            </a:lvl3pPr>
            <a:lvl4pPr>
              <a:defRPr/>
            </a:lvl4pPr>
          </a:lstStyle>
          <a:p>
            <a:pPr lvl="0"/>
            <a:r>
              <a:rPr lang="en-US" dirty="0"/>
              <a:t>Slide Content</a:t>
            </a:r>
          </a:p>
          <a:p>
            <a:pPr lvl="2"/>
            <a:r>
              <a:rPr lang="en-US" dirty="0"/>
              <a:t>Second level</a:t>
            </a:r>
          </a:p>
          <a:p>
            <a:pPr lvl="3"/>
            <a:r>
              <a:rPr lang="en-US" dirty="0"/>
              <a:t>Third level</a:t>
            </a:r>
          </a:p>
        </p:txBody>
      </p:sp>
      <p:sp>
        <p:nvSpPr>
          <p:cNvPr id="4" name="Slide Number Placeholder">
            <a:extLst>
              <a:ext uri="{FF2B5EF4-FFF2-40B4-BE49-F238E27FC236}">
                <a16:creationId xmlns:a16="http://schemas.microsoft.com/office/drawing/2014/main" xmlns="" id="{5FFEB5EE-FCC3-476D-BA86-77985058168B}"/>
              </a:ext>
            </a:extLst>
          </p:cNvPr>
          <p:cNvSpPr>
            <a:spLocks noGrp="1"/>
          </p:cNvSpPr>
          <p:nvPr>
            <p:ph type="sldNum" sz="quarter" idx="10"/>
          </p:nvPr>
        </p:nvSpPr>
        <p:spPr>
          <a:xfrm>
            <a:off x="8647432" y="6684041"/>
            <a:ext cx="355840" cy="161396"/>
          </a:xfrm>
          <a:prstGeom prst="rect">
            <a:avLst/>
          </a:prstGeom>
        </p:spPr>
        <p:txBody>
          <a:bodyPr rIns="45720" anchor="ctr"/>
          <a:lstStyle>
            <a:lvl1pPr algn="r">
              <a:defRPr sz="800">
                <a:solidFill>
                  <a:srgbClr val="595959"/>
                </a:solidFill>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xmlns="" val="44541601"/>
      </p:ext>
    </p:extLst>
  </p:cSld>
  <p:clrMapOvr>
    <a:masterClrMapping/>
  </p:clrMapOvr>
  <p:extLst>
    <p:ext uri="{DCECCB84-F9BA-43D5-87BE-67443E8EF086}">
      <p15:sldGuideLst xmlns:p15="http://schemas.microsoft.com/office/powerpoint/2012/main" xmlns=""/>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xmlns=""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7" name="Content Placeholder 3">
            <a:extLst>
              <a:ext uri="{FF2B5EF4-FFF2-40B4-BE49-F238E27FC236}">
                <a16:creationId xmlns:a16="http://schemas.microsoft.com/office/drawing/2014/main" xmlns="" id="{8BD6B33F-C6AA-4848-9A7E-D62E929895B0}"/>
              </a:ext>
            </a:extLst>
          </p:cNvPr>
          <p:cNvSpPr>
            <a:spLocks noGrp="1"/>
          </p:cNvSpPr>
          <p:nvPr>
            <p:ph sz="quarter" idx="16" hasCustomPrompt="1"/>
          </p:nvPr>
        </p:nvSpPr>
        <p:spPr>
          <a:xfrm>
            <a:off x="342900" y="1371601"/>
            <a:ext cx="8458200" cy="4873752"/>
          </a:xfrm>
        </p:spPr>
        <p:txBody>
          <a:bodyPr>
            <a:noAutofit/>
          </a:bodyPr>
          <a:lstStyle>
            <a:lvl1pPr>
              <a:defRPr/>
            </a:lvl1pPr>
          </a:lstStyle>
          <a:p>
            <a:pPr lvl="0"/>
            <a:r>
              <a:rPr lang="en-US" dirty="0"/>
              <a:t>Slide Content</a:t>
            </a:r>
          </a:p>
          <a:p>
            <a:pPr lvl="1"/>
            <a:r>
              <a:rPr lang="en-US" dirty="0"/>
              <a:t>Second level</a:t>
            </a:r>
          </a:p>
          <a:p>
            <a:pPr lvl="2"/>
            <a:r>
              <a:rPr lang="en-US" dirty="0"/>
              <a:t>Third level</a:t>
            </a:r>
          </a:p>
        </p:txBody>
      </p:sp>
      <p:sp>
        <p:nvSpPr>
          <p:cNvPr id="8" name="Return to main slide Link 2">
            <a:extLst>
              <a:ext uri="{FF2B5EF4-FFF2-40B4-BE49-F238E27FC236}">
                <a16:creationId xmlns:a16="http://schemas.microsoft.com/office/drawing/2014/main" xmlns="" id="{BAEE7FB3-0EAC-49B4-A473-DCB37D0E8E64}"/>
              </a:ext>
            </a:extLst>
          </p:cNvPr>
          <p:cNvSpPr>
            <a:spLocks noGrp="1"/>
          </p:cNvSpPr>
          <p:nvPr>
            <p:ph type="body" sz="quarter" idx="17" hasCustomPrompt="1"/>
          </p:nvPr>
        </p:nvSpPr>
        <p:spPr>
          <a:xfrm>
            <a:off x="3070946" y="6350211"/>
            <a:ext cx="2980944" cy="228600"/>
          </a:xfrm>
        </p:spPr>
        <p:txBody>
          <a:bodyPr anchor="ctr">
            <a:noAutofit/>
          </a:bodyPr>
          <a:lstStyle>
            <a:lvl1pPr algn="ctr">
              <a:defRPr sz="1200"/>
            </a:lvl1pPr>
          </a:lstStyle>
          <a:p>
            <a:pPr lvl="0"/>
            <a:r>
              <a:rPr lang="en-IN" dirty="0"/>
              <a:t>Return to parent-slide containing images.</a:t>
            </a:r>
          </a:p>
        </p:txBody>
      </p:sp>
      <p:sp>
        <p:nvSpPr>
          <p:cNvPr id="3" name="Slide Number Placeholder">
            <a:extLst>
              <a:ext uri="{FF2B5EF4-FFF2-40B4-BE49-F238E27FC236}">
                <a16:creationId xmlns:a16="http://schemas.microsoft.com/office/drawing/2014/main" xmlns="" id="{745DF60F-BF33-428F-883B-9C19F83780BF}"/>
              </a:ext>
            </a:extLst>
          </p:cNvPr>
          <p:cNvSpPr>
            <a:spLocks noGrp="1"/>
          </p:cNvSpPr>
          <p:nvPr>
            <p:ph type="sldNum" sz="quarter" idx="10"/>
          </p:nvPr>
        </p:nvSpPr>
        <p:spPr/>
        <p:txBody>
          <a:bodyPr/>
          <a:lstStyle/>
          <a:p>
            <a:fld id="{68151E55-6873-49E2-B8D5-2F265E6F1973}" type="slidenum">
              <a:rPr lang="en-US" smtClean="0"/>
              <a:pPr/>
              <a:t>‹#›</a:t>
            </a:fld>
            <a:endParaRPr lang="en-US"/>
          </a:p>
        </p:txBody>
      </p:sp>
    </p:spTree>
    <p:extLst>
      <p:ext uri="{BB962C8B-B14F-4D97-AF65-F5344CB8AC3E}">
        <p14:creationId xmlns:p14="http://schemas.microsoft.com/office/powerpoint/2010/main" xmlns="" val="152300839"/>
      </p:ext>
    </p:extLst>
  </p:cSld>
  <p:clrMapOvr>
    <a:masterClrMapping/>
  </p:clrMapOvr>
  <p:extLst>
    <p:ext uri="{DCECCB84-F9BA-43D5-87BE-67443E8EF086}">
      <p15:sldGuideLst xmlns:p15="http://schemas.microsoft.com/office/powerpoint/2012/main" xmlns="">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xmlns=""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4" name="Content Placeholder 3">
            <a:extLst>
              <a:ext uri="{FF2B5EF4-FFF2-40B4-BE49-F238E27FC236}">
                <a16:creationId xmlns:a16="http://schemas.microsoft.com/office/drawing/2014/main" xmlns="" id="{0F99ECE4-CEB6-4518-B036-709D64B27AE0}"/>
              </a:ext>
            </a:extLst>
          </p:cNvPr>
          <p:cNvSpPr>
            <a:spLocks noGrp="1"/>
          </p:cNvSpPr>
          <p:nvPr>
            <p:ph sz="quarter" idx="16" hasCustomPrompt="1"/>
          </p:nvPr>
        </p:nvSpPr>
        <p:spPr>
          <a:xfrm>
            <a:off x="342900" y="1397001"/>
            <a:ext cx="8458200" cy="4846320"/>
          </a:xfrm>
        </p:spPr>
        <p:txBody>
          <a:bodyPr>
            <a:noAutofit/>
          </a:bodyPr>
          <a:lstStyle>
            <a:lvl1pPr>
              <a:defRPr/>
            </a:lvl1pPr>
          </a:lstStyle>
          <a:p>
            <a:pPr lvl="0"/>
            <a:r>
              <a:rPr lang="en-US" dirty="0"/>
              <a:t>Slide Content</a:t>
            </a:r>
          </a:p>
          <a:p>
            <a:pPr lvl="1"/>
            <a:r>
              <a:rPr lang="en-US" dirty="0"/>
              <a:t>Second level</a:t>
            </a:r>
          </a:p>
          <a:p>
            <a:pPr lvl="2"/>
            <a:r>
              <a:rPr lang="en-US" dirty="0"/>
              <a:t>Third level</a:t>
            </a:r>
          </a:p>
        </p:txBody>
      </p:sp>
      <p:sp>
        <p:nvSpPr>
          <p:cNvPr id="8" name="Return to main slide Link 2">
            <a:extLst>
              <a:ext uri="{FF2B5EF4-FFF2-40B4-BE49-F238E27FC236}">
                <a16:creationId xmlns:a16="http://schemas.microsoft.com/office/drawing/2014/main" xmlns="" id="{9B134E77-CDFC-4241-959A-BAF4C2ADE209}"/>
              </a:ext>
            </a:extLst>
          </p:cNvPr>
          <p:cNvSpPr>
            <a:spLocks noGrp="1"/>
          </p:cNvSpPr>
          <p:nvPr>
            <p:ph type="body" sz="quarter" idx="17" hasCustomPrompt="1"/>
          </p:nvPr>
        </p:nvSpPr>
        <p:spPr>
          <a:xfrm>
            <a:off x="3081528" y="6337511"/>
            <a:ext cx="2980944" cy="228600"/>
          </a:xfrm>
        </p:spPr>
        <p:txBody>
          <a:bodyPr anchor="ctr">
            <a:noAutofit/>
          </a:bodyPr>
          <a:lstStyle>
            <a:lvl1pPr algn="ctr">
              <a:defRPr sz="1200"/>
            </a:lvl1pPr>
          </a:lstStyle>
          <a:p>
            <a:pPr lvl="0"/>
            <a:r>
              <a:rPr lang="en-IN" dirty="0"/>
              <a:t>Return to parent-slide containing images.</a:t>
            </a:r>
          </a:p>
        </p:txBody>
      </p:sp>
      <p:sp>
        <p:nvSpPr>
          <p:cNvPr id="7" name="Slide Number Placeholder">
            <a:extLst>
              <a:ext uri="{FF2B5EF4-FFF2-40B4-BE49-F238E27FC236}">
                <a16:creationId xmlns:a16="http://schemas.microsoft.com/office/drawing/2014/main" xmlns="" id="{37CCC8AF-E2D7-4902-AC6A-F8FFFAB3B983}"/>
              </a:ext>
            </a:extLst>
          </p:cNvPr>
          <p:cNvSpPr>
            <a:spLocks noGrp="1"/>
          </p:cNvSpPr>
          <p:nvPr>
            <p:ph type="sldNum" sz="quarter" idx="10"/>
          </p:nvPr>
        </p:nvSpPr>
        <p:spPr>
          <a:xfrm>
            <a:off x="8647432" y="6684041"/>
            <a:ext cx="355840" cy="161396"/>
          </a:xfrm>
          <a:prstGeom prst="rect">
            <a:avLst/>
          </a:prstGeom>
        </p:spPr>
        <p:txBody>
          <a:bodyPr rIns="45720" anchor="ctr"/>
          <a:lstStyle>
            <a:lvl1pPr algn="r">
              <a:defRPr sz="800">
                <a:solidFill>
                  <a:srgbClr val="595959"/>
                </a:solidFill>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xmlns="" val="842702864"/>
      </p:ext>
    </p:extLst>
  </p:cSld>
  <p:clrMapOvr>
    <a:masterClrMapping/>
  </p:clrMapOvr>
  <p:extLst>
    <p:ext uri="{DCECCB84-F9BA-43D5-87BE-67443E8EF086}">
      <p15:sldGuideLst xmlns:p15="http://schemas.microsoft.com/office/powerpoint/2012/main" xmlns="">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xmlns="" id="{29651301-3A88-4CBC-9B7F-A569599DC51F}"/>
              </a:ext>
            </a:extLst>
          </p:cNvPr>
          <p:cNvSpPr>
            <a:spLocks noGrp="1"/>
          </p:cNvSpPr>
          <p:nvPr>
            <p:ph type="body" sz="quarter" idx="13" hasCustomPrompt="1"/>
          </p:nvPr>
        </p:nvSpPr>
        <p:spPr>
          <a:xfrm>
            <a:off x="3081528" y="1068234"/>
            <a:ext cx="2980944" cy="228600"/>
          </a:xfrm>
          <a:prstGeom prst="rect">
            <a:avLst/>
          </a:prstGeom>
        </p:spPr>
        <p:txBody>
          <a:bodyPr vert="horz" lIns="91440" tIns="45720" rIns="91440" bIns="45720" rtlCol="0" anchor="ctr">
            <a:noAutofit/>
          </a:bodyPr>
          <a:lstStyle>
            <a:lvl1pPr algn="ctr">
              <a:defRPr lang="en-US" sz="1200" dirty="0"/>
            </a:lvl1pPr>
          </a:lstStyle>
          <a:p>
            <a:pPr lvl="0" algn="ctr"/>
            <a:r>
              <a:rPr lang="en-US" dirty="0"/>
              <a:t>Return to parent-slide containing images.</a:t>
            </a:r>
          </a:p>
        </p:txBody>
      </p:sp>
      <p:sp>
        <p:nvSpPr>
          <p:cNvPr id="4" name="Image Identifier 1">
            <a:extLst>
              <a:ext uri="{FF2B5EF4-FFF2-40B4-BE49-F238E27FC236}">
                <a16:creationId xmlns:a16="http://schemas.microsoft.com/office/drawing/2014/main" xmlns="" id="{06B6FD09-21E6-4C44-B034-2825B085D9AB}"/>
              </a:ext>
            </a:extLst>
          </p:cNvPr>
          <p:cNvSpPr>
            <a:spLocks noGrp="1"/>
          </p:cNvSpPr>
          <p:nvPr>
            <p:ph type="body" sz="quarter" idx="17" hasCustomPrompt="1"/>
          </p:nvPr>
        </p:nvSpPr>
        <p:spPr>
          <a:xfrm>
            <a:off x="365125" y="1397001"/>
            <a:ext cx="4078224" cy="393192"/>
          </a:xfrm>
        </p:spPr>
        <p:txBody>
          <a:bodyPr>
            <a:noAutofit/>
          </a:bodyPr>
          <a:lstStyle>
            <a:lvl1pPr>
              <a:defRPr/>
            </a:lvl1pPr>
          </a:lstStyle>
          <a:p>
            <a:pPr lvl="0"/>
            <a:r>
              <a:rPr lang="en-US" dirty="0"/>
              <a:t>Image Identifier 1</a:t>
            </a:r>
          </a:p>
        </p:txBody>
      </p:sp>
      <p:sp>
        <p:nvSpPr>
          <p:cNvPr id="12" name="Content Placeholder 1">
            <a:extLst>
              <a:ext uri="{FF2B5EF4-FFF2-40B4-BE49-F238E27FC236}">
                <a16:creationId xmlns:a16="http://schemas.microsoft.com/office/drawing/2014/main" xmlns="" id="{211AB556-A79C-4FDF-BD73-C1AB72D9590A}"/>
              </a:ext>
            </a:extLst>
          </p:cNvPr>
          <p:cNvSpPr>
            <a:spLocks noGrp="1"/>
          </p:cNvSpPr>
          <p:nvPr>
            <p:ph sz="quarter" idx="18" hasCustomPrompt="1"/>
          </p:nvPr>
        </p:nvSpPr>
        <p:spPr>
          <a:xfrm>
            <a:off x="342900" y="1933303"/>
            <a:ext cx="4078224" cy="4315968"/>
          </a:xfrm>
        </p:spPr>
        <p:txBody>
          <a:bodyPr>
            <a:noAutofit/>
          </a:bodyPr>
          <a:lstStyle>
            <a:lvl1pPr>
              <a:defRPr/>
            </a:lvl1pPr>
          </a:lstStyle>
          <a:p>
            <a:pPr lvl="0"/>
            <a:r>
              <a:rPr lang="en-US" dirty="0"/>
              <a:t>Slide Content</a:t>
            </a:r>
          </a:p>
          <a:p>
            <a:pPr lvl="1"/>
            <a:r>
              <a:rPr lang="en-US" dirty="0"/>
              <a:t>Second level</a:t>
            </a:r>
          </a:p>
          <a:p>
            <a:pPr lvl="2"/>
            <a:r>
              <a:rPr lang="en-US" dirty="0"/>
              <a:t>Third level</a:t>
            </a:r>
          </a:p>
        </p:txBody>
      </p:sp>
      <p:sp>
        <p:nvSpPr>
          <p:cNvPr id="14" name="Image Identifier 2">
            <a:extLst>
              <a:ext uri="{FF2B5EF4-FFF2-40B4-BE49-F238E27FC236}">
                <a16:creationId xmlns:a16="http://schemas.microsoft.com/office/drawing/2014/main" xmlns="" id="{8126F7C8-57F8-404E-8B7F-DFB94AEB3363}"/>
              </a:ext>
            </a:extLst>
          </p:cNvPr>
          <p:cNvSpPr>
            <a:spLocks noGrp="1"/>
          </p:cNvSpPr>
          <p:nvPr>
            <p:ph type="body" sz="quarter" idx="19" hasCustomPrompt="1"/>
          </p:nvPr>
        </p:nvSpPr>
        <p:spPr>
          <a:xfrm>
            <a:off x="4715145" y="1397001"/>
            <a:ext cx="4078224" cy="393192"/>
          </a:xfrm>
        </p:spPr>
        <p:txBody>
          <a:bodyPr>
            <a:noAutofit/>
          </a:bodyPr>
          <a:lstStyle>
            <a:lvl1pPr>
              <a:defRPr/>
            </a:lvl1pPr>
          </a:lstStyle>
          <a:p>
            <a:pPr lvl="0"/>
            <a:r>
              <a:rPr lang="en-US" dirty="0"/>
              <a:t>Image Identifier 2</a:t>
            </a:r>
          </a:p>
        </p:txBody>
      </p:sp>
      <p:sp>
        <p:nvSpPr>
          <p:cNvPr id="16" name="Content Placeholder 2">
            <a:extLst>
              <a:ext uri="{FF2B5EF4-FFF2-40B4-BE49-F238E27FC236}">
                <a16:creationId xmlns:a16="http://schemas.microsoft.com/office/drawing/2014/main" xmlns="" id="{241441BC-54C7-474E-887C-32AF8F737FA5}"/>
              </a:ext>
            </a:extLst>
          </p:cNvPr>
          <p:cNvSpPr>
            <a:spLocks noGrp="1"/>
          </p:cNvSpPr>
          <p:nvPr>
            <p:ph sz="quarter" idx="20" hasCustomPrompt="1"/>
          </p:nvPr>
        </p:nvSpPr>
        <p:spPr>
          <a:xfrm>
            <a:off x="4722876" y="1932432"/>
            <a:ext cx="4078224" cy="4315968"/>
          </a:xfrm>
        </p:spPr>
        <p:txBody>
          <a:bodyPr>
            <a:noAutofit/>
          </a:bodyPr>
          <a:lstStyle>
            <a:lvl1pPr>
              <a:defRPr/>
            </a:lvl1pPr>
          </a:lstStyle>
          <a:p>
            <a:pPr lvl="0"/>
            <a:r>
              <a:rPr lang="en-US" dirty="0"/>
              <a:t>Slide Content 2</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8" name="Return to main slide Link 2">
            <a:extLst>
              <a:ext uri="{FF2B5EF4-FFF2-40B4-BE49-F238E27FC236}">
                <a16:creationId xmlns:a16="http://schemas.microsoft.com/office/drawing/2014/main" xmlns="" id="{B9537776-81D3-4405-934B-448730728479}"/>
              </a:ext>
            </a:extLst>
          </p:cNvPr>
          <p:cNvSpPr>
            <a:spLocks noGrp="1"/>
          </p:cNvSpPr>
          <p:nvPr>
            <p:ph type="body" sz="quarter" idx="21" hasCustomPrompt="1"/>
          </p:nvPr>
        </p:nvSpPr>
        <p:spPr>
          <a:xfrm>
            <a:off x="3081528" y="6337511"/>
            <a:ext cx="2980944" cy="228600"/>
          </a:xfrm>
        </p:spPr>
        <p:txBody>
          <a:bodyPr anchor="ctr">
            <a:noAutofit/>
          </a:bodyPr>
          <a:lstStyle>
            <a:lvl1pPr algn="ctr">
              <a:defRPr sz="1200"/>
            </a:lvl1pPr>
          </a:lstStyle>
          <a:p>
            <a:pPr lvl="0"/>
            <a:r>
              <a:rPr lang="en-IN" dirty="0"/>
              <a:t>Return to parent-slide containing images.</a:t>
            </a:r>
          </a:p>
        </p:txBody>
      </p:sp>
      <p:sp>
        <p:nvSpPr>
          <p:cNvPr id="10" name="Slide Number Placeholder">
            <a:extLst>
              <a:ext uri="{FF2B5EF4-FFF2-40B4-BE49-F238E27FC236}">
                <a16:creationId xmlns:a16="http://schemas.microsoft.com/office/drawing/2014/main" xmlns="" id="{00A4DBBD-DCA1-4207-8DB2-FBD5FBA1D0D7}"/>
              </a:ext>
            </a:extLst>
          </p:cNvPr>
          <p:cNvSpPr>
            <a:spLocks noGrp="1"/>
          </p:cNvSpPr>
          <p:nvPr>
            <p:ph type="sldNum" sz="quarter" idx="10"/>
          </p:nvPr>
        </p:nvSpPr>
        <p:spPr>
          <a:xfrm>
            <a:off x="8647432" y="6684041"/>
            <a:ext cx="355840" cy="161396"/>
          </a:xfrm>
          <a:prstGeom prst="rect">
            <a:avLst/>
          </a:prstGeom>
        </p:spPr>
        <p:txBody>
          <a:bodyPr rIns="45720" anchor="ctr"/>
          <a:lstStyle>
            <a:lvl1pPr algn="r">
              <a:defRPr sz="800">
                <a:solidFill>
                  <a:srgbClr val="595959"/>
                </a:solidFill>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xmlns="" val="2505933215"/>
      </p:ext>
    </p:extLst>
  </p:cSld>
  <p:clrMapOvr>
    <a:masterClrMapping/>
  </p:clrMapOvr>
  <p:extLst>
    <p:ext uri="{DCECCB84-F9BA-43D5-87BE-67443E8EF086}">
      <p15:sldGuideLst xmlns:p15="http://schemas.microsoft.com/office/powerpoint/2012/main" xmlns="">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rgbClr val="FFFF00"/>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CD8F3EC5-73E8-440D-847C-1D4591FE0928}"/>
              </a:ext>
            </a:extLst>
          </p:cNvPr>
          <p:cNvSpPr txBox="1"/>
          <p:nvPr userDrawn="1"/>
        </p:nvSpPr>
        <p:spPr>
          <a:xfrm>
            <a:off x="1380928" y="20320"/>
            <a:ext cx="6382144" cy="461665"/>
          </a:xfrm>
          <a:prstGeom prst="rect">
            <a:avLst/>
          </a:prstGeom>
          <a:noFill/>
        </p:spPr>
        <p:txBody>
          <a:bodyPr wrap="square" rtlCol="0">
            <a:spAutoFit/>
          </a:bodyPr>
          <a:lstStyle/>
          <a:p>
            <a:pPr algn="ctr"/>
            <a:r>
              <a:rPr lang="en-US" sz="2400" b="1" dirty="0">
                <a:solidFill>
                  <a:srgbClr val="0070C0"/>
                </a:solidFill>
                <a:latin typeface="Arial" panose="020B0604020202020204" pitchFamily="34" charset="0"/>
                <a:cs typeface="Arial" panose="020B0604020202020204" pitchFamily="34" charset="0"/>
              </a:rPr>
              <a:t>INSTRUCTION NOTES</a:t>
            </a:r>
            <a:endParaRPr lang="en-IN" sz="2400" b="1" dirty="0">
              <a:solidFill>
                <a:srgbClr val="0070C0"/>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xmlns="" id="{6493F5A8-6BC8-45A9-B853-99DFBE6F50C5}"/>
              </a:ext>
            </a:extLst>
          </p:cNvPr>
          <p:cNvSpPr txBox="1"/>
          <p:nvPr userDrawn="1"/>
        </p:nvSpPr>
        <p:spPr>
          <a:xfrm>
            <a:off x="0" y="457200"/>
            <a:ext cx="9144000" cy="6400800"/>
          </a:xfrm>
          <a:prstGeom prst="rect">
            <a:avLst/>
          </a:prstGeom>
          <a:solidFill>
            <a:schemeClr val="accent4">
              <a:lumMod val="40000"/>
              <a:lumOff val="60000"/>
            </a:schemeClr>
          </a:solidFill>
        </p:spPr>
        <p:txBody>
          <a:bodyPr wrap="square" rtlCol="0">
            <a:noAutofit/>
          </a:bodyPr>
          <a:lstStyle/>
          <a:p>
            <a:pPr marL="342900" lvl="0" indent="-342900">
              <a:lnSpc>
                <a:spcPct val="100000"/>
              </a:lnSpc>
              <a:spcBef>
                <a:spcPts val="500"/>
              </a:spcBef>
              <a:spcAft>
                <a:spcPts val="0"/>
              </a:spcAft>
              <a:buFont typeface="+mj-lt"/>
              <a:buAutoNum type="arabicPeriod"/>
            </a:pPr>
            <a:r>
              <a:rPr lang="en-US" sz="1500" dirty="0">
                <a:latin typeface="Arial" panose="020B0604020202020204" pitchFamily="34" charset="0"/>
                <a:cs typeface="Arial" panose="020B0604020202020204" pitchFamily="34" charset="0"/>
              </a:rPr>
              <a:t>Fix copyright year in Opener slide.</a:t>
            </a:r>
          </a:p>
          <a:p>
            <a:pPr marL="342900" lvl="0" indent="-342900">
              <a:lnSpc>
                <a:spcPct val="100000"/>
              </a:lnSpc>
              <a:spcBef>
                <a:spcPts val="500"/>
              </a:spcBef>
              <a:spcAft>
                <a:spcPts val="0"/>
              </a:spcAft>
              <a:buFont typeface="+mj-lt"/>
              <a:buAutoNum type="arabicPeriod"/>
            </a:pPr>
            <a:r>
              <a:rPr lang="en-US" sz="1500" dirty="0">
                <a:latin typeface="Arial" panose="020B0604020202020204" pitchFamily="34" charset="0"/>
                <a:cs typeface="Arial" panose="020B0604020202020204" pitchFamily="34" charset="0"/>
              </a:rPr>
              <a:t>Use Sans Serif font. (For engineering and chemistry titles Times New Roman font to be used.)</a:t>
            </a:r>
          </a:p>
          <a:p>
            <a:pPr marL="342900" lvl="0" indent="-342900">
              <a:lnSpc>
                <a:spcPct val="100000"/>
              </a:lnSpc>
              <a:spcBef>
                <a:spcPts val="500"/>
              </a:spcBef>
              <a:spcAft>
                <a:spcPts val="0"/>
              </a:spcAft>
              <a:buFont typeface="+mj-lt"/>
              <a:buAutoNum type="arabicPeriod"/>
            </a:pPr>
            <a:r>
              <a:rPr lang="en-US" sz="1500" dirty="0">
                <a:latin typeface="Arial" panose="020B0604020202020204" pitchFamily="34" charset="0"/>
                <a:cs typeface="Arial" panose="020B0604020202020204" pitchFamily="34" charset="0"/>
              </a:rPr>
              <a:t>Set all texts in Placeholders as per order.</a:t>
            </a:r>
          </a:p>
          <a:p>
            <a:pPr marL="342900" lvl="0" indent="-342900">
              <a:lnSpc>
                <a:spcPct val="100000"/>
              </a:lnSpc>
              <a:spcBef>
                <a:spcPts val="500"/>
              </a:spcBef>
              <a:spcAft>
                <a:spcPts val="0"/>
              </a:spcAft>
              <a:buFont typeface="+mj-lt"/>
              <a:buAutoNum type="arabicPeriod"/>
            </a:pPr>
            <a:r>
              <a:rPr lang="en-US" sz="1500" dirty="0">
                <a:latin typeface="Arial" panose="020B0604020202020204" pitchFamily="34" charset="0"/>
                <a:cs typeface="Arial" panose="020B0604020202020204" pitchFamily="34" charset="0"/>
              </a:rPr>
              <a:t>Set all images, tables, and equations without placeholder.</a:t>
            </a:r>
          </a:p>
          <a:p>
            <a:pPr marL="342900" lvl="0" indent="-342900">
              <a:lnSpc>
                <a:spcPct val="100000"/>
              </a:lnSpc>
              <a:spcBef>
                <a:spcPts val="500"/>
              </a:spcBef>
              <a:spcAft>
                <a:spcPts val="0"/>
              </a:spcAft>
              <a:buFont typeface="+mj-lt"/>
              <a:buAutoNum type="arabicPeriod"/>
            </a:pPr>
            <a:r>
              <a:rPr lang="en-US" sz="1500" dirty="0">
                <a:latin typeface="Arial" panose="020B0604020202020204" pitchFamily="34" charset="0"/>
                <a:cs typeface="Arial" panose="020B0604020202020204" pitchFamily="34" charset="0"/>
              </a:rPr>
              <a:t>Set credit text just after images.</a:t>
            </a:r>
          </a:p>
          <a:p>
            <a:pPr marL="342900" lvl="0" indent="-342900">
              <a:lnSpc>
                <a:spcPct val="100000"/>
              </a:lnSpc>
              <a:spcBef>
                <a:spcPts val="500"/>
              </a:spcBef>
              <a:spcAft>
                <a:spcPts val="0"/>
              </a:spcAft>
              <a:buFont typeface="+mj-lt"/>
              <a:buAutoNum type="arabicPeriod"/>
            </a:pPr>
            <a:r>
              <a:rPr lang="en-US" sz="1500" dirty="0">
                <a:latin typeface="Arial" panose="020B0604020202020204" pitchFamily="34" charset="0"/>
                <a:cs typeface="Arial" panose="020B0604020202020204" pitchFamily="34" charset="0"/>
              </a:rPr>
              <a:t>Set all tables and equations in editable format if possible.</a:t>
            </a:r>
          </a:p>
          <a:p>
            <a:pPr marL="342900" lvl="0" indent="-342900">
              <a:lnSpc>
                <a:spcPct val="100000"/>
              </a:lnSpc>
              <a:spcBef>
                <a:spcPts val="500"/>
              </a:spcBef>
              <a:spcAft>
                <a:spcPts val="0"/>
              </a:spcAft>
              <a:buFont typeface="+mj-lt"/>
              <a:buAutoNum type="arabicPeriod"/>
            </a:pPr>
            <a:r>
              <a:rPr lang="en-US" sz="1500" dirty="0">
                <a:latin typeface="Arial" panose="020B0604020202020204" pitchFamily="34" charset="0"/>
                <a:cs typeface="Arial" panose="020B0604020202020204" pitchFamily="34" charset="0"/>
              </a:rPr>
              <a:t>Break texts to separate placeholder, if equations uses between them.</a:t>
            </a:r>
          </a:p>
          <a:p>
            <a:pPr marL="342900" lvl="0" indent="-342900">
              <a:lnSpc>
                <a:spcPct val="100000"/>
              </a:lnSpc>
              <a:spcBef>
                <a:spcPts val="500"/>
              </a:spcBef>
              <a:spcAft>
                <a:spcPts val="0"/>
              </a:spcAft>
              <a:buFont typeface="+mj-lt"/>
              <a:buAutoNum type="arabicPeriod"/>
            </a:pPr>
            <a:r>
              <a:rPr lang="en-US" sz="1500" dirty="0">
                <a:latin typeface="Arial" panose="020B0604020202020204" pitchFamily="34" charset="0"/>
                <a:cs typeface="Arial" panose="020B0604020202020204" pitchFamily="34" charset="0"/>
              </a:rPr>
              <a:t>Check color contrast ratio, it should need to pass 4.5:1 (AA standard)</a:t>
            </a:r>
          </a:p>
          <a:p>
            <a:pPr marL="342900" lvl="0" indent="-342900">
              <a:lnSpc>
                <a:spcPct val="100000"/>
              </a:lnSpc>
              <a:spcBef>
                <a:spcPts val="500"/>
              </a:spcBef>
              <a:spcAft>
                <a:spcPts val="0"/>
              </a:spcAft>
              <a:buFont typeface="+mj-lt"/>
              <a:buAutoNum type="arabicPeriod"/>
            </a:pPr>
            <a:r>
              <a:rPr lang="en-US" sz="1500" dirty="0">
                <a:latin typeface="Arial" panose="020B0604020202020204" pitchFamily="34" charset="0"/>
                <a:cs typeface="Arial" panose="020B0604020202020204" pitchFamily="34" charset="0"/>
              </a:rPr>
              <a:t>Set alt-text as provided, if any images missing make a note. No need to set alt-text for editable table and equations.</a:t>
            </a:r>
          </a:p>
          <a:p>
            <a:pPr marL="342900" lvl="0" indent="-342900">
              <a:lnSpc>
                <a:spcPct val="100000"/>
              </a:lnSpc>
              <a:spcBef>
                <a:spcPts val="500"/>
              </a:spcBef>
              <a:spcAft>
                <a:spcPts val="0"/>
              </a:spcAft>
              <a:buFont typeface="+mj-lt"/>
              <a:buAutoNum type="arabicPeriod"/>
            </a:pPr>
            <a:r>
              <a:rPr lang="en-US" sz="1500" dirty="0">
                <a:latin typeface="Arial" panose="020B0604020202020204" pitchFamily="34" charset="0"/>
                <a:cs typeface="Arial" panose="020B0604020202020204" pitchFamily="34" charset="0"/>
              </a:rPr>
              <a:t>Check all images alt-text field. There should be alt-text or blank. Set decorative those images, which are listed in alt-text list.</a:t>
            </a:r>
          </a:p>
          <a:p>
            <a:pPr marL="342900" lvl="0" indent="-342900">
              <a:lnSpc>
                <a:spcPct val="100000"/>
              </a:lnSpc>
              <a:spcBef>
                <a:spcPts val="500"/>
              </a:spcBef>
              <a:spcAft>
                <a:spcPts val="0"/>
              </a:spcAft>
              <a:buFont typeface="+mj-lt"/>
              <a:buAutoNum type="arabicPeriod"/>
            </a:pPr>
            <a:r>
              <a:rPr lang="en-US" sz="1500" dirty="0">
                <a:latin typeface="Arial" panose="020B0604020202020204" pitchFamily="34" charset="0"/>
                <a:cs typeface="Arial" panose="020B0604020202020204" pitchFamily="34" charset="0"/>
              </a:rPr>
              <a:t>Set Appendix slide for Long descriptions and link properly with its parent image. Appendix should be in other section and hidden.</a:t>
            </a:r>
          </a:p>
          <a:p>
            <a:pPr marL="342900" lvl="0" indent="-342900">
              <a:lnSpc>
                <a:spcPct val="100000"/>
              </a:lnSpc>
              <a:spcBef>
                <a:spcPts val="500"/>
              </a:spcBef>
              <a:spcAft>
                <a:spcPts val="0"/>
              </a:spcAft>
              <a:buFont typeface="+mj-lt"/>
              <a:buAutoNum type="arabicPeriod"/>
            </a:pPr>
            <a:r>
              <a:rPr lang="en-US" sz="1500" dirty="0">
                <a:latin typeface="Arial" panose="020B0604020202020204" pitchFamily="34" charset="0"/>
                <a:cs typeface="Arial" panose="020B0604020202020204" pitchFamily="34" charset="0"/>
              </a:rPr>
              <a:t>Strictly avoid equation editor.</a:t>
            </a:r>
          </a:p>
          <a:p>
            <a:pPr marL="342900" lvl="0" indent="-342900">
              <a:lnSpc>
                <a:spcPct val="100000"/>
              </a:lnSpc>
              <a:spcBef>
                <a:spcPts val="500"/>
              </a:spcBef>
              <a:spcAft>
                <a:spcPts val="0"/>
              </a:spcAft>
              <a:buFont typeface="+mj-lt"/>
              <a:buAutoNum type="arabicPeriod"/>
            </a:pPr>
            <a:r>
              <a:rPr lang="en-US" sz="1500" dirty="0">
                <a:latin typeface="Arial" panose="020B0604020202020204" pitchFamily="34" charset="0"/>
                <a:cs typeface="Arial" panose="020B0604020202020204" pitchFamily="34" charset="0"/>
              </a:rPr>
              <a:t>Check outline view for proper order of texts.</a:t>
            </a:r>
          </a:p>
          <a:p>
            <a:pPr marL="342900" lvl="0" indent="-342900">
              <a:lnSpc>
                <a:spcPct val="100000"/>
              </a:lnSpc>
              <a:spcBef>
                <a:spcPts val="500"/>
              </a:spcBef>
              <a:spcAft>
                <a:spcPts val="0"/>
              </a:spcAft>
              <a:buFont typeface="+mj-lt"/>
              <a:buAutoNum type="arabicPeriod"/>
            </a:pPr>
            <a:r>
              <a:rPr lang="en-US" sz="1500" dirty="0">
                <a:latin typeface="Arial" panose="020B0604020202020204" pitchFamily="34" charset="0"/>
                <a:cs typeface="Arial" panose="020B0604020202020204" pitchFamily="34" charset="0"/>
              </a:rPr>
              <a:t>Fix all text language to US English. Fix other language, if instructed.</a:t>
            </a:r>
          </a:p>
          <a:p>
            <a:pPr marL="342900" lvl="0" indent="-342900">
              <a:lnSpc>
                <a:spcPct val="100000"/>
              </a:lnSpc>
              <a:spcBef>
                <a:spcPts val="500"/>
              </a:spcBef>
              <a:spcAft>
                <a:spcPts val="0"/>
              </a:spcAft>
              <a:buFont typeface="+mj-lt"/>
              <a:buAutoNum type="arabicPeriod"/>
            </a:pPr>
            <a:r>
              <a:rPr lang="en-US" sz="1500" dirty="0">
                <a:latin typeface="Arial" panose="020B0604020202020204" pitchFamily="34" charset="0"/>
                <a:cs typeface="Arial" panose="020B0604020202020204" pitchFamily="34" charset="0"/>
              </a:rPr>
              <a:t>Check Accessibility checker and if there is any known errors.</a:t>
            </a:r>
          </a:p>
          <a:p>
            <a:pPr marL="342900" lvl="0" indent="-342900">
              <a:lnSpc>
                <a:spcPct val="100000"/>
              </a:lnSpc>
              <a:spcBef>
                <a:spcPts val="500"/>
              </a:spcBef>
              <a:spcAft>
                <a:spcPts val="0"/>
              </a:spcAft>
              <a:buFont typeface="+mj-lt"/>
              <a:buAutoNum type="arabicPeriod"/>
            </a:pPr>
            <a:r>
              <a:rPr lang="en-US" sz="1500" dirty="0">
                <a:latin typeface="Arial" panose="020B0604020202020204" pitchFamily="34" charset="0"/>
                <a:cs typeface="Arial" panose="020B0604020202020204" pitchFamily="34" charset="0"/>
              </a:rPr>
              <a:t>Set Metadata of files as instructed.</a:t>
            </a:r>
          </a:p>
          <a:p>
            <a:pPr marL="342900" marR="0" lvl="0" indent="-342900" algn="l" defTabSz="914400" rtl="0" eaLnBrk="1" fontAlgn="auto" latinLnBrk="0" hangingPunct="1">
              <a:lnSpc>
                <a:spcPct val="100000"/>
              </a:lnSpc>
              <a:spcBef>
                <a:spcPts val="500"/>
              </a:spcBef>
              <a:spcAft>
                <a:spcPts val="0"/>
              </a:spcAft>
              <a:buClrTx/>
              <a:buSzTx/>
              <a:buFont typeface="+mj-lt"/>
              <a:buAutoNum type="arabicPeriod"/>
              <a:tabLst/>
              <a:defRPr/>
            </a:pPr>
            <a:r>
              <a:rPr lang="en-US" sz="1500" dirty="0">
                <a:latin typeface="Arial" panose="020B0604020202020204" pitchFamily="34" charset="0"/>
                <a:cs typeface="Arial" panose="020B0604020202020204" pitchFamily="34" charset="0"/>
              </a:rPr>
              <a:t>Recheck all, before pass to next step.</a:t>
            </a:r>
          </a:p>
          <a:p>
            <a:pPr marL="342900" lvl="0" indent="-342900">
              <a:lnSpc>
                <a:spcPct val="100000"/>
              </a:lnSpc>
              <a:spcBef>
                <a:spcPts val="500"/>
              </a:spcBef>
              <a:spcAft>
                <a:spcPts val="0"/>
              </a:spcAft>
              <a:buFont typeface="+mj-lt"/>
              <a:buAutoNum type="arabicPeriod"/>
            </a:pPr>
            <a:r>
              <a:rPr lang="en-US" sz="1500" dirty="0">
                <a:latin typeface="Arial" panose="020B0604020202020204" pitchFamily="34" charset="0"/>
                <a:cs typeface="Arial" panose="020B0604020202020204" pitchFamily="34" charset="0"/>
              </a:rPr>
              <a:t>Be sure before pass to next step, all the instructions are followed.</a:t>
            </a:r>
          </a:p>
          <a:p>
            <a:pPr marL="0" lvl="0" indent="0" algn="ctr">
              <a:lnSpc>
                <a:spcPct val="100000"/>
              </a:lnSpc>
              <a:spcBef>
                <a:spcPts val="1200"/>
              </a:spcBef>
              <a:spcAft>
                <a:spcPts val="0"/>
              </a:spcAft>
              <a:buFont typeface="+mj-lt"/>
              <a:buNone/>
            </a:pPr>
            <a:r>
              <a:rPr lang="en-US" sz="1500" b="1" dirty="0">
                <a:latin typeface="Arial" panose="020B0604020202020204" pitchFamily="34" charset="0"/>
                <a:cs typeface="Arial" panose="020B0604020202020204" pitchFamily="34" charset="0"/>
              </a:rPr>
              <a:t>&lt;&lt; PLEASE REMOVE THIS SLIDE AFTER FINALIZE THE CHAPTER &gt;&gt;</a:t>
            </a:r>
          </a:p>
        </p:txBody>
      </p:sp>
    </p:spTree>
    <p:extLst>
      <p:ext uri="{BB962C8B-B14F-4D97-AF65-F5344CB8AC3E}">
        <p14:creationId xmlns:p14="http://schemas.microsoft.com/office/powerpoint/2010/main" xmlns="" val="297681178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theme" Target="../theme/theme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7.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slideLayout" Target="../slideLayouts/slideLayout19.xml"/><Relationship Id="rId1" Type="http://schemas.openxmlformats.org/officeDocument/2006/relationships/slideLayout" Target="../slideLayouts/slideLayout18.xml"/><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22.xml"/><Relationship Id="rId1" Type="http://schemas.openxmlformats.org/officeDocument/2006/relationships/slideLayout" Target="../slideLayouts/slideLayout21.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a:extLst>
              <a:ext uri="{FF2B5EF4-FFF2-40B4-BE49-F238E27FC236}">
                <a16:creationId xmlns:a16="http://schemas.microsoft.com/office/drawing/2014/main" xmlns="" id="{BF372B49-B6F5-4826-B4F8-2F8A4FFF8894}"/>
              </a:ext>
            </a:extLst>
          </p:cNvPr>
          <p:cNvPicPr>
            <a:picLocks noChangeAspect="1"/>
          </p:cNvPicPr>
          <p:nvPr userDrawn="1"/>
        </p:nvPicPr>
        <p:blipFill>
          <a:blip r:embed="rId6" cstate="hqprint">
            <a:extLst>
              <a:ext uri="{28A0092B-C50C-407E-A947-70E740481C1C}">
                <a14:useLocalDpi xmlns:a14="http://schemas.microsoft.com/office/drawing/2010/main" xmlns="" val="0"/>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xmlns=""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defTabSz="457200">
              <a:spcBef>
                <a:spcPct val="20000"/>
              </a:spcBef>
              <a:defRPr/>
            </a:pPr>
            <a:endParaRPr lang="en-US" dirty="0"/>
          </a:p>
        </p:txBody>
      </p:sp>
      <p:sp>
        <p:nvSpPr>
          <p:cNvPr id="8" name="MGH Yellow Line">
            <a:extLst>
              <a:ext uri="{FF2B5EF4-FFF2-40B4-BE49-F238E27FC236}">
                <a16:creationId xmlns:a16="http://schemas.microsoft.com/office/drawing/2014/main" xmlns="" id="{86E6E250-D1F9-6444-A77C-4DC8C64A97D7}"/>
              </a:ext>
              <a:ext uri="{C183D7F6-B498-43B3-948B-1728B52AA6E4}">
                <adec:decorative xmlns:adec="http://schemas.microsoft.com/office/drawing/2017/decorative" xmlns=""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xmlns=""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Lst>
  <p:hf hdr="0" ft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xmlns=""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xmlns=""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6" name="MGH Yellow Line">
            <a:extLst>
              <a:ext uri="{FF2B5EF4-FFF2-40B4-BE49-F238E27FC236}">
                <a16:creationId xmlns:a16="http://schemas.microsoft.com/office/drawing/2014/main" xmlns="" id="{F5F4B5C5-A851-4CBC-ABD2-6BA0C3D159BE}"/>
              </a:ext>
              <a:ext uri="{C183D7F6-B498-43B3-948B-1728B52AA6E4}">
                <adec:decorative xmlns:adec="http://schemas.microsoft.com/office/drawing/2017/decorative" xmlns=""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Short Copyright">
            <a:extLst>
              <a:ext uri="{FF2B5EF4-FFF2-40B4-BE49-F238E27FC236}">
                <a16:creationId xmlns:a16="http://schemas.microsoft.com/office/drawing/2014/main" xmlns="" id="{8D6646AD-98E6-4A83-9941-472F70696193}"/>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solidFill>
              </a:rPr>
              <a:t>© McGraw Hill, LLC</a:t>
            </a:r>
          </a:p>
        </p:txBody>
      </p:sp>
    </p:spTree>
    <p:extLst>
      <p:ext uri="{BB962C8B-B14F-4D97-AF65-F5344CB8AC3E}">
        <p14:creationId xmlns:p14="http://schemas.microsoft.com/office/powerpoint/2010/main" xmlns="" val="881564708"/>
      </p:ext>
    </p:extLst>
  </p:cSld>
  <p:clrMap bg1="lt1" tx1="dk1" bg2="lt2" tx2="dk2" accent1="accent1" accent2="accent2" accent3="accent3" accent4="accent4" accent5="accent5" accent6="accent6" hlink="hlink" folHlink="folHlink"/>
  <p:sldLayoutIdLst>
    <p:sldLayoutId id="2147483715" r:id="rId1"/>
    <p:sldLayoutId id="2147483710" r:id="rId2"/>
    <p:sldLayoutId id="2147483716" r:id="rId3"/>
    <p:sldLayoutId id="2147483714" r:id="rId4"/>
    <p:sldLayoutId id="2147483713" r:id="rId5"/>
    <p:sldLayoutId id="2147483712" r:id="rId6"/>
    <p:sldLayoutId id="2147483711" r:id="rId7"/>
    <p:sldLayoutId id="2147483708" r:id="rId8"/>
    <p:sldLayoutId id="2147483707" r:id="rId9"/>
    <p:sldLayoutId id="2147483709" r:id="rId10"/>
    <p:sldLayoutId id="2147483706" r:id="rId11"/>
    <p:sldLayoutId id="2147483705" r:id="rId12"/>
  </p:sldLayoutIdLst>
  <p:hf hdr="0" ftr="0" dt="0"/>
  <p:txStyles>
    <p:titleStyle>
      <a:lvl1pPr algn="l" defTabSz="914400" rtl="0" eaLnBrk="1" latinLnBrk="0" hangingPunct="1">
        <a:lnSpc>
          <a:spcPct val="90000"/>
        </a:lnSpc>
        <a:spcBef>
          <a:spcPct val="0"/>
        </a:spcBef>
        <a:buNone/>
        <a:defRPr sz="2400" b="1" i="1" kern="1200">
          <a:solidFill>
            <a:schemeClr val="tx2"/>
          </a:solidFill>
          <a:latin typeface="Times New Roman" panose="02020603050405020304" pitchFamily="18" charset="0"/>
          <a:ea typeface="+mj-ea"/>
          <a:cs typeface="Times New Roman" panose="02020603050405020304" pitchFamily="18" charset="0"/>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i="1" kern="1200">
          <a:solidFill>
            <a:schemeClr val="tx2"/>
          </a:solidFill>
          <a:latin typeface="Times New Roman" panose="02020603050405020304" pitchFamily="18" charset="0"/>
          <a:ea typeface="+mn-ea"/>
          <a:cs typeface="Times New Roman" panose="02020603050405020304" pitchFamily="18"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i="1" kern="1200">
          <a:solidFill>
            <a:schemeClr val="tx2"/>
          </a:solidFill>
          <a:latin typeface="Times New Roman" panose="02020603050405020304" pitchFamily="18" charset="0"/>
          <a:ea typeface="+mn-ea"/>
          <a:cs typeface="Times New Roman" panose="02020603050405020304" pitchFamily="18"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i="1" kern="1200">
          <a:solidFill>
            <a:schemeClr val="tx2"/>
          </a:solidFill>
          <a:latin typeface="Times New Roman" panose="02020603050405020304" pitchFamily="18" charset="0"/>
          <a:ea typeface="+mn-ea"/>
          <a:cs typeface="Times New Roman" panose="02020603050405020304" pitchFamily="18"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endParaRPr lang="en-US" dirty="0"/>
          </a:p>
        </p:txBody>
      </p:sp>
      <p:sp>
        <p:nvSpPr>
          <p:cNvPr id="6" name="MGH Yellow Line">
            <a:extLst>
              <a:ext uri="{FF2B5EF4-FFF2-40B4-BE49-F238E27FC236}">
                <a16:creationId xmlns:a16="http://schemas.microsoft.com/office/drawing/2014/main" xmlns="" id="{F20163A4-4644-4B17-9C8A-EF42A992331B}"/>
              </a:ext>
              <a:ext uri="{C183D7F6-B498-43B3-948B-1728B52AA6E4}">
                <adec:decorative xmlns:adec="http://schemas.microsoft.com/office/drawing/2017/decorative" xmlns=""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xmlns="" val="2437998185"/>
      </p:ext>
    </p:extLst>
  </p:cSld>
  <p:clrMap bg1="lt1" tx1="dk1" bg2="lt2" tx2="dk2" accent1="accent1" accent2="accent2" accent3="accent3" accent4="accent4" accent5="accent5" accent6="accent6" hlink="hlink" folHlink="folHlink"/>
  <p:sldLayoutIdLst>
    <p:sldLayoutId id="2147483685" r:id="rId1"/>
  </p:sldLayoutIdLst>
  <p:hf hdr="0" ft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xmlns=""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xmlns="" id="{86E6E250-D1F9-6444-A77C-4DC8C64A97D7}"/>
              </a:ext>
              <a:ext uri="{C183D7F6-B498-43B3-948B-1728B52AA6E4}">
                <adec:decorative xmlns:adec="http://schemas.microsoft.com/office/drawing/2017/decorative" xmlns=""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MGH Shape">
            <a:extLst>
              <a:ext uri="{FF2B5EF4-FFF2-40B4-BE49-F238E27FC236}">
                <a16:creationId xmlns:a16="http://schemas.microsoft.com/office/drawing/2014/main" xmlns="" id="{B719ECBD-8119-4217-9D58-2638FA4365C1}"/>
              </a:ext>
              <a:ext uri="{C183D7F6-B498-43B3-948B-1728B52AA6E4}">
                <adec:decorative xmlns:adec="http://schemas.microsoft.com/office/drawing/2017/decorative" xmlns=""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xmlns=""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xmlns=""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xmlns=""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xmlns=""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Autofit/>
          </a:bodyPr>
          <a:lstStyle/>
          <a:p>
            <a:r>
              <a:rPr lang="en-US" dirty="0"/>
              <a:t>Title goes here</a:t>
            </a:r>
          </a:p>
        </p:txBody>
      </p:sp>
      <p:sp>
        <p:nvSpPr>
          <p:cNvPr id="12" name="Slide Number Placeholder">
            <a:extLst>
              <a:ext uri="{FF2B5EF4-FFF2-40B4-BE49-F238E27FC236}">
                <a16:creationId xmlns:a16="http://schemas.microsoft.com/office/drawing/2014/main" xmlns="" id="{19EE2D17-5247-41B2-8D9A-80CD839F81C4}"/>
              </a:ext>
            </a:extLst>
          </p:cNvPr>
          <p:cNvSpPr>
            <a:spLocks noGrp="1"/>
          </p:cNvSpPr>
          <p:nvPr>
            <p:ph type="sldNum" sz="quarter" idx="4"/>
          </p:nvPr>
        </p:nvSpPr>
        <p:spPr>
          <a:xfrm>
            <a:off x="8647432" y="6684041"/>
            <a:ext cx="355840" cy="161396"/>
          </a:xfrm>
          <a:prstGeom prst="rect">
            <a:avLst/>
          </a:prstGeom>
        </p:spPr>
        <p:txBody>
          <a:bodyPr rIns="45720" anchor="ctr"/>
          <a:lstStyle>
            <a:lvl1pPr algn="r">
              <a:defRPr sz="800">
                <a:solidFill>
                  <a:srgbClr val="595959"/>
                </a:solidFill>
              </a:defRPr>
            </a:lvl1pPr>
          </a:lstStyle>
          <a:p>
            <a:fld id="{68151E55-6873-49E2-B8D5-2F265E6F1973}" type="slidenum">
              <a:rPr lang="en-US" smtClean="0"/>
              <a:pPr/>
              <a:t>‹#›</a:t>
            </a:fld>
            <a:endParaRPr lang="en-US"/>
          </a:p>
        </p:txBody>
      </p:sp>
      <p:sp>
        <p:nvSpPr>
          <p:cNvPr id="14" name="Short Copyright">
            <a:extLst>
              <a:ext uri="{FF2B5EF4-FFF2-40B4-BE49-F238E27FC236}">
                <a16:creationId xmlns:a16="http://schemas.microsoft.com/office/drawing/2014/main" xmlns="" id="{C3A11985-F038-4B0F-B56A-55E9C75285BB}"/>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solidFill>
              </a:rPr>
              <a:t>© McGraw Hill, LLC</a:t>
            </a:r>
          </a:p>
        </p:txBody>
      </p:sp>
    </p:spTree>
    <p:extLst>
      <p:ext uri="{BB962C8B-B14F-4D97-AF65-F5344CB8AC3E}">
        <p14:creationId xmlns:p14="http://schemas.microsoft.com/office/powerpoint/2010/main" xmlns=""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 id="2147483720" r:id="rId3"/>
  </p:sldLayoutIdLst>
  <p:hf hdr="0" ftr="0" dt="0"/>
  <p:txStyles>
    <p:titleStyle>
      <a:lvl1pPr algn="l" defTabSz="914400" rtl="0" eaLnBrk="1" latinLnBrk="0" hangingPunct="1">
        <a:lnSpc>
          <a:spcPct val="100000"/>
        </a:lnSpc>
        <a:spcBef>
          <a:spcPct val="0"/>
        </a:spcBef>
        <a:buNone/>
        <a:defRPr sz="2400" b="1" kern="1200">
          <a:solidFill>
            <a:schemeClr val="tx2"/>
          </a:solidFill>
          <a:latin typeface="Times New Roman" panose="02020603050405020304" pitchFamily="18" charset="0"/>
          <a:ea typeface="+mj-ea"/>
          <a:cs typeface="Times New Roman" panose="02020603050405020304" pitchFamily="18" charset="0"/>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Times New Roman" panose="02020603050405020304" pitchFamily="18" charset="0"/>
          <a:ea typeface="+mn-ea"/>
          <a:cs typeface="Times New Roman" panose="02020603050405020304" pitchFamily="18" charset="0"/>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Times New Roman" panose="02020603050405020304" pitchFamily="18" charset="0"/>
          <a:ea typeface="+mn-ea"/>
          <a:cs typeface="Times New Roman" panose="02020603050405020304" pitchFamily="18" charset="0"/>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xmlns=""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xmlns=""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a:t>
            </a:r>
            <a:r>
              <a:rPr lang="en-US" dirty="0" err="1"/>
              <a:t>levelt</a:t>
            </a:r>
            <a:endParaRPr lang="en-US" dirty="0"/>
          </a:p>
          <a:p>
            <a:pPr lvl="2"/>
            <a:endParaRPr lang="en-US" dirty="0"/>
          </a:p>
        </p:txBody>
      </p:sp>
      <p:sp>
        <p:nvSpPr>
          <p:cNvPr id="8" name="MGH Yellow Line">
            <a:extLst>
              <a:ext uri="{FF2B5EF4-FFF2-40B4-BE49-F238E27FC236}">
                <a16:creationId xmlns:a16="http://schemas.microsoft.com/office/drawing/2014/main" xmlns="" id="{86E6E250-D1F9-6444-A77C-4DC8C64A97D7}"/>
              </a:ext>
              <a:ext uri="{C183D7F6-B498-43B3-948B-1728B52AA6E4}">
                <adec:decorative xmlns:adec="http://schemas.microsoft.com/office/drawing/2017/decorative" xmlns=""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lide Number Placeholder">
            <a:extLst>
              <a:ext uri="{FF2B5EF4-FFF2-40B4-BE49-F238E27FC236}">
                <a16:creationId xmlns:a16="http://schemas.microsoft.com/office/drawing/2014/main" xmlns="" id="{4B7358F1-75CE-4C36-99A4-9357D330ECB8}"/>
              </a:ext>
            </a:extLst>
          </p:cNvPr>
          <p:cNvSpPr>
            <a:spLocks noGrp="1"/>
          </p:cNvSpPr>
          <p:nvPr>
            <p:ph type="sldNum" sz="quarter" idx="4"/>
          </p:nvPr>
        </p:nvSpPr>
        <p:spPr>
          <a:xfrm>
            <a:off x="8647432" y="6684041"/>
            <a:ext cx="355840" cy="161396"/>
          </a:xfrm>
          <a:prstGeom prst="rect">
            <a:avLst/>
          </a:prstGeom>
        </p:spPr>
        <p:txBody>
          <a:bodyPr rIns="45720" anchor="ctr"/>
          <a:lstStyle>
            <a:lvl1pPr algn="r">
              <a:defRPr sz="800">
                <a:solidFill>
                  <a:srgbClr val="595959"/>
                </a:solidFill>
              </a:defRPr>
            </a:lvl1pPr>
          </a:lstStyle>
          <a:p>
            <a:fld id="{68151E55-6873-49E2-B8D5-2F265E6F1973}" type="slidenum">
              <a:rPr lang="en-US" smtClean="0"/>
              <a:pPr/>
              <a:t>‹#›</a:t>
            </a:fld>
            <a:endParaRPr lang="en-US"/>
          </a:p>
        </p:txBody>
      </p:sp>
      <p:sp>
        <p:nvSpPr>
          <p:cNvPr id="7" name="Short Copyright">
            <a:extLst>
              <a:ext uri="{FF2B5EF4-FFF2-40B4-BE49-F238E27FC236}">
                <a16:creationId xmlns:a16="http://schemas.microsoft.com/office/drawing/2014/main" xmlns="" id="{C7CA1D53-EE2E-4162-829B-CBBE6CF30BFE}"/>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solidFill>
              </a:rPr>
              <a:t>© McGraw Hill, LLC</a:t>
            </a:r>
          </a:p>
        </p:txBody>
      </p:sp>
    </p:spTree>
    <p:extLst>
      <p:ext uri="{BB962C8B-B14F-4D97-AF65-F5344CB8AC3E}">
        <p14:creationId xmlns:p14="http://schemas.microsoft.com/office/powerpoint/2010/main" xmlns=""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ftr="0" dt="0"/>
  <p:txStyles>
    <p:titleStyle>
      <a:lvl1pPr algn="l" defTabSz="914400" rtl="0" eaLnBrk="1" latinLnBrk="0" hangingPunct="1">
        <a:lnSpc>
          <a:spcPct val="90000"/>
        </a:lnSpc>
        <a:spcBef>
          <a:spcPct val="0"/>
        </a:spcBef>
        <a:buNone/>
        <a:defRPr sz="2400" b="1" kern="1200">
          <a:solidFill>
            <a:schemeClr val="tx2"/>
          </a:solidFill>
          <a:latin typeface="Times New Roman" panose="02020603050405020304" pitchFamily="18" charset="0"/>
          <a:ea typeface="+mj-ea"/>
          <a:cs typeface="Times New Roman" panose="02020603050405020304" pitchFamily="18" charset="0"/>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Times New Roman" panose="02020603050405020304" pitchFamily="18" charset="0"/>
          <a:ea typeface="+mn-ea"/>
          <a:cs typeface="Times New Roman" panose="02020603050405020304" pitchFamily="18"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Times New Roman" panose="02020603050405020304" pitchFamily="18" charset="0"/>
          <a:ea typeface="+mn-ea"/>
          <a:cs typeface="Times New Roman" panose="02020603050405020304" pitchFamily="18"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Times New Roman" panose="02020603050405020304" pitchFamily="18" charset="0"/>
          <a:ea typeface="+mn-ea"/>
          <a:cs typeface="Times New Roman" panose="02020603050405020304" pitchFamily="18"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294E9310-D4F7-487A-B53C-DF9BD4F07CC7}"/>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576B31A2-25AA-494E-9270-697B776D78A8}"/>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xmlns="" val="569814370"/>
      </p:ext>
    </p:extLst>
  </p:cSld>
  <p:clrMap bg1="lt1" tx1="dk1" bg2="lt2" tx2="dk2" accent1="accent1" accent2="accent2" accent3="accent3" accent4="accent4" accent5="accent5" accent6="accent6" hlink="hlink" folHlink="folHlink"/>
  <p:sldLayoutIdLst>
    <p:sldLayoutId id="2147483719"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11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6.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5.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6.xml"/></Relationships>
</file>

<file path=ppt/slides/_rels/slide12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5.xml"/></Relationships>
</file>

<file path=ppt/slides/_rels/slide12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5.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5.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109A7B0-ED41-F1E1-ECD4-C932856C8C22}"/>
              </a:ext>
            </a:extLst>
          </p:cNvPr>
          <p:cNvSpPr>
            <a:spLocks noGrp="1"/>
          </p:cNvSpPr>
          <p:nvPr>
            <p:ph type="title"/>
          </p:nvPr>
        </p:nvSpPr>
        <p:spPr>
          <a:xfrm>
            <a:off x="545072" y="1755228"/>
            <a:ext cx="8458200" cy="678611"/>
          </a:xfrm>
        </p:spPr>
        <p:txBody>
          <a:bodyPr/>
          <a:lstStyle/>
          <a:p>
            <a:pPr algn="ctr"/>
            <a:r>
              <a:rPr lang="en-IN" sz="4000" b="0" u="none" strike="noStrike" baseline="0" dirty="0">
                <a:solidFill>
                  <a:srgbClr val="000000"/>
                </a:solidFill>
                <a:latin typeface="+mj-lt"/>
              </a:rPr>
              <a:t/>
            </a:r>
            <a:br>
              <a:rPr lang="en-IN" sz="4000" b="0" u="none" strike="noStrike" baseline="0" dirty="0">
                <a:solidFill>
                  <a:srgbClr val="000000"/>
                </a:solidFill>
                <a:latin typeface="+mj-lt"/>
              </a:rPr>
            </a:br>
            <a:r>
              <a:rPr lang="en-IN" sz="4000" b="0" u="none" strike="noStrike" baseline="0" dirty="0">
                <a:solidFill>
                  <a:srgbClr val="000000"/>
                </a:solidFill>
                <a:latin typeface="+mj-lt"/>
              </a:rPr>
              <a:t> </a:t>
            </a:r>
            <a:r>
              <a:rPr lang="en-IN" sz="4000" b="1" u="none" strike="noStrike" baseline="0" dirty="0">
                <a:solidFill>
                  <a:srgbClr val="000000"/>
                </a:solidFill>
                <a:latin typeface="+mj-lt"/>
              </a:rPr>
              <a:t>Introduction to Physical Layer</a:t>
            </a:r>
            <a:r>
              <a:rPr lang="en-IN" sz="4000" b="0" u="none" strike="noStrike" baseline="0" dirty="0">
                <a:solidFill>
                  <a:srgbClr val="000000"/>
                </a:solidFill>
                <a:latin typeface="+mj-lt"/>
              </a:rPr>
              <a:t>	</a:t>
            </a:r>
            <a:br>
              <a:rPr lang="en-IN" sz="4000" b="0" u="none" strike="noStrike" baseline="0" dirty="0">
                <a:solidFill>
                  <a:srgbClr val="000000"/>
                </a:solidFill>
                <a:latin typeface="+mj-lt"/>
              </a:rPr>
            </a:br>
            <a:endParaRPr lang="en-IN" sz="4000" dirty="0">
              <a:latin typeface="+mj-lt"/>
            </a:endParaRPr>
          </a:p>
        </p:txBody>
      </p:sp>
      <p:sp>
        <p:nvSpPr>
          <p:cNvPr id="5" name="Text Placeholder 4">
            <a:extLst>
              <a:ext uri="{FF2B5EF4-FFF2-40B4-BE49-F238E27FC236}">
                <a16:creationId xmlns:a16="http://schemas.microsoft.com/office/drawing/2014/main" xmlns="" id="{5EC5104E-A2A4-2A84-8C22-8A4E3611F03E}"/>
              </a:ext>
            </a:extLst>
          </p:cNvPr>
          <p:cNvSpPr>
            <a:spLocks noGrp="1"/>
          </p:cNvSpPr>
          <p:nvPr>
            <p:ph type="body" sz="quarter" idx="39"/>
          </p:nvPr>
        </p:nvSpPr>
        <p:spPr/>
        <p:txBody>
          <a:bodyPr/>
          <a:lstStyle/>
          <a:p>
            <a:endParaRPr lang="en-IN"/>
          </a:p>
        </p:txBody>
      </p:sp>
      <p:sp>
        <p:nvSpPr>
          <p:cNvPr id="7" name="Slide Number Placeholder 6">
            <a:extLst>
              <a:ext uri="{FF2B5EF4-FFF2-40B4-BE49-F238E27FC236}">
                <a16:creationId xmlns:a16="http://schemas.microsoft.com/office/drawing/2014/main" xmlns="" id="{83981052-8F65-93C1-B526-F69322D75FAA}"/>
              </a:ext>
            </a:extLst>
          </p:cNvPr>
          <p:cNvSpPr>
            <a:spLocks noGrp="1"/>
          </p:cNvSpPr>
          <p:nvPr>
            <p:ph type="sldNum" sz="quarter" idx="10"/>
          </p:nvPr>
        </p:nvSpPr>
        <p:spPr/>
        <p:txBody>
          <a:bodyPr/>
          <a:lstStyle/>
          <a:p>
            <a:fld id="{68151E55-6873-49E2-B8D5-2F265E6F1973}" type="slidenum">
              <a:rPr lang="en-US" smtClean="0"/>
              <a:pPr/>
              <a:t>1</a:t>
            </a:fld>
            <a:endParaRPr lang="en-US"/>
          </a:p>
        </p:txBody>
      </p:sp>
    </p:spTree>
    <p:extLst>
      <p:ext uri="{BB962C8B-B14F-4D97-AF65-F5344CB8AC3E}">
        <p14:creationId xmlns:p14="http://schemas.microsoft.com/office/powerpoint/2010/main" xmlns="" val="2708667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xmlns="" id="{9EADB8BE-C7B3-45FE-A0E7-4820C0ED3499}"/>
              </a:ext>
            </a:extLst>
          </p:cNvPr>
          <p:cNvSpPr>
            <a:spLocks noGrp="1"/>
          </p:cNvSpPr>
          <p:nvPr>
            <p:ph type="title"/>
          </p:nvPr>
        </p:nvSpPr>
        <p:spPr/>
        <p:txBody>
          <a:bodyPr/>
          <a:lstStyle/>
          <a:p>
            <a:r>
              <a:rPr lang="en-US" altLang="en-US" sz="3200" i="0" noProof="0" dirty="0">
                <a:solidFill>
                  <a:schemeClr val="tx1"/>
                </a:solidFill>
              </a:rPr>
              <a:t>Outline</a:t>
            </a:r>
          </a:p>
        </p:txBody>
      </p:sp>
      <p:sp>
        <p:nvSpPr>
          <p:cNvPr id="8" name="Content Placeholder 2">
            <a:extLst>
              <a:ext uri="{FF2B5EF4-FFF2-40B4-BE49-F238E27FC236}">
                <a16:creationId xmlns:a16="http://schemas.microsoft.com/office/drawing/2014/main" xmlns="" id="{7FAEA6A5-BBAD-4D40-8C38-B02CFBC8F971}"/>
              </a:ext>
            </a:extLst>
          </p:cNvPr>
          <p:cNvSpPr>
            <a:spLocks noGrp="1"/>
          </p:cNvSpPr>
          <p:nvPr>
            <p:ph sz="quarter" idx="11"/>
          </p:nvPr>
        </p:nvSpPr>
        <p:spPr>
          <a:xfrm>
            <a:off x="180109" y="1276709"/>
            <a:ext cx="8823163" cy="5160185"/>
          </a:xfrm>
        </p:spPr>
        <p:txBody>
          <a:bodyPr/>
          <a:lstStyle/>
          <a:p>
            <a:pPr marL="457200" indent="-457200" algn="just">
              <a:spcBef>
                <a:spcPts val="1200"/>
              </a:spcBef>
              <a:spcAft>
                <a:spcPts val="1200"/>
              </a:spcAft>
              <a:buFont typeface="Arial" pitchFamily="34" charset="0"/>
              <a:buChar char="•"/>
            </a:pPr>
            <a:r>
              <a:rPr lang="en-US" dirty="0">
                <a:solidFill>
                  <a:schemeClr val="tx1"/>
                </a:solidFill>
              </a:rPr>
              <a:t>  </a:t>
            </a:r>
            <a:r>
              <a:rPr lang="en-US" i="0" dirty="0">
                <a:solidFill>
                  <a:schemeClr val="tx1"/>
                </a:solidFill>
              </a:rPr>
              <a:t>SIGNALS – data , signals both analog and digital</a:t>
            </a:r>
          </a:p>
          <a:p>
            <a:pPr marL="457200" indent="-457200" algn="just">
              <a:spcBef>
                <a:spcPts val="1200"/>
              </a:spcBef>
              <a:spcAft>
                <a:spcPts val="1200"/>
              </a:spcAft>
              <a:buFont typeface="Arial" pitchFamily="34" charset="0"/>
              <a:buChar char="•"/>
            </a:pPr>
            <a:r>
              <a:rPr lang="en-US" i="0" dirty="0">
                <a:solidFill>
                  <a:schemeClr val="tx1"/>
                </a:solidFill>
              </a:rPr>
              <a:t>  SIGNAL IMPAIRMENT – transmission and performance of network</a:t>
            </a:r>
          </a:p>
          <a:p>
            <a:pPr marL="457200" indent="-457200" algn="just">
              <a:spcBef>
                <a:spcPts val="1200"/>
              </a:spcBef>
              <a:spcAft>
                <a:spcPts val="1200"/>
              </a:spcAft>
              <a:buFont typeface="Arial" pitchFamily="34" charset="0"/>
              <a:buChar char="•"/>
            </a:pPr>
            <a:r>
              <a:rPr lang="en-US" i="0" dirty="0">
                <a:solidFill>
                  <a:schemeClr val="tx1"/>
                </a:solidFill>
              </a:rPr>
              <a:t>  DIGITAL TRANSMISSION – analog and digital data to digital signal</a:t>
            </a:r>
          </a:p>
          <a:p>
            <a:pPr marL="457200" indent="-457200" algn="just">
              <a:spcBef>
                <a:spcPts val="1200"/>
              </a:spcBef>
              <a:spcAft>
                <a:spcPts val="1200"/>
              </a:spcAft>
              <a:buFont typeface="Arial" pitchFamily="34" charset="0"/>
              <a:buChar char="•"/>
            </a:pPr>
            <a:r>
              <a:rPr lang="en-US" i="0" dirty="0">
                <a:solidFill>
                  <a:schemeClr val="tx1"/>
                </a:solidFill>
              </a:rPr>
              <a:t> TRANSMISSION MEDIA – guided(wires and cables) and unguided(air)</a:t>
            </a:r>
          </a:p>
        </p:txBody>
      </p:sp>
      <p:sp>
        <p:nvSpPr>
          <p:cNvPr id="2" name="Slide Number Placeholder 3">
            <a:extLst>
              <a:ext uri="{FF2B5EF4-FFF2-40B4-BE49-F238E27FC236}">
                <a16:creationId xmlns:a16="http://schemas.microsoft.com/office/drawing/2014/main" xmlns="" id="{44CF4437-E762-42BE-A678-B75D7632DDA2}"/>
              </a:ext>
            </a:extLst>
          </p:cNvPr>
          <p:cNvSpPr>
            <a:spLocks noGrp="1"/>
          </p:cNvSpPr>
          <p:nvPr>
            <p:ph type="sldNum" sz="quarter" idx="10"/>
          </p:nvPr>
        </p:nvSpPr>
        <p:spPr/>
        <p:txBody>
          <a:bodyPr/>
          <a:lstStyle/>
          <a:p>
            <a:fld id="{68151E55-6873-49E2-B8D5-2F265E6F1973}" type="slidenum">
              <a:rPr lang="en-US" smtClean="0"/>
              <a:pPr/>
              <a:t>2</a:t>
            </a:fld>
            <a:endParaRPr lang="en-US"/>
          </a:p>
        </p:txBody>
      </p:sp>
    </p:spTree>
    <p:extLst>
      <p:ext uri="{BB962C8B-B14F-4D97-AF65-F5344CB8AC3E}">
        <p14:creationId xmlns:p14="http://schemas.microsoft.com/office/powerpoint/2010/main" xmlns="" val="11698248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xmlns="" id="{9EADB8BE-C7B3-45FE-A0E7-4820C0ED3499}"/>
              </a:ext>
            </a:extLst>
          </p:cNvPr>
          <p:cNvSpPr>
            <a:spLocks noGrp="1"/>
          </p:cNvSpPr>
          <p:nvPr>
            <p:ph type="title"/>
          </p:nvPr>
        </p:nvSpPr>
        <p:spPr>
          <a:xfrm>
            <a:off x="545072" y="5949880"/>
            <a:ext cx="8458200" cy="561625"/>
          </a:xfrm>
        </p:spPr>
        <p:txBody>
          <a:bodyPr/>
          <a:lstStyle/>
          <a:p>
            <a:r>
              <a:rPr lang="en-US" altLang="en-US" sz="1400" dirty="0">
                <a:solidFill>
                  <a:schemeClr val="tx1"/>
                </a:solidFill>
              </a:rPr>
              <a:t>Figure:- Communication at the physical layer : A scenario where a scientist Alice working at sky research needs to order a book for her research from bob, the manager of scientific books, an online bookstore</a:t>
            </a:r>
          </a:p>
        </p:txBody>
      </p:sp>
      <p:pic>
        <p:nvPicPr>
          <p:cNvPr id="10" name="Picture 2" descr="A diagram depicts the communication between Alice and Bob. ">
            <a:extLst>
              <a:ext uri="{FF2B5EF4-FFF2-40B4-BE49-F238E27FC236}">
                <a16:creationId xmlns:a16="http://schemas.microsoft.com/office/drawing/2014/main" xmlns="" id="{DC8C8999-2E59-422D-9276-9A19F789E62E}"/>
              </a:ext>
            </a:extLst>
          </p:cNvPr>
          <p:cNvPicPr>
            <a:picLocks noChangeAspect="1" noChangeArrowheads="1"/>
          </p:cNvPicPr>
          <p:nvPr/>
        </p:nvPicPr>
        <p:blipFill>
          <a:blip r:embed="rId2"/>
          <a:stretch>
            <a:fillRect/>
          </a:stretch>
        </p:blipFill>
        <p:spPr bwMode="auto">
          <a:xfrm>
            <a:off x="545072" y="653438"/>
            <a:ext cx="8102360" cy="51239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Slide Number Placeholder 4">
            <a:extLst>
              <a:ext uri="{FF2B5EF4-FFF2-40B4-BE49-F238E27FC236}">
                <a16:creationId xmlns:a16="http://schemas.microsoft.com/office/drawing/2014/main" xmlns="" id="{93FB4F65-2955-4EDB-B5C4-52570701A434}"/>
              </a:ext>
            </a:extLst>
          </p:cNvPr>
          <p:cNvSpPr>
            <a:spLocks noGrp="1"/>
          </p:cNvSpPr>
          <p:nvPr>
            <p:ph type="sldNum" sz="quarter" idx="10"/>
          </p:nvPr>
        </p:nvSpPr>
        <p:spPr/>
        <p:txBody>
          <a:bodyPr/>
          <a:lstStyle/>
          <a:p>
            <a:fld id="{68151E55-6873-49E2-B8D5-2F265E6F1973}" type="slidenum">
              <a:rPr lang="en-US" smtClean="0"/>
              <a:pPr/>
              <a:t>3</a:t>
            </a:fld>
            <a:endParaRPr lang="en-US"/>
          </a:p>
        </p:txBody>
      </p:sp>
      <p:sp>
        <p:nvSpPr>
          <p:cNvPr id="8" name="Title 1">
            <a:extLst>
              <a:ext uri="{FF2B5EF4-FFF2-40B4-BE49-F238E27FC236}">
                <a16:creationId xmlns:a16="http://schemas.microsoft.com/office/drawing/2014/main" xmlns="" id="{9EADB8BE-C7B3-45FE-A0E7-4820C0ED3499}"/>
              </a:ext>
            </a:extLst>
          </p:cNvPr>
          <p:cNvSpPr txBox="1">
            <a:spLocks/>
          </p:cNvSpPr>
          <p:nvPr/>
        </p:nvSpPr>
        <p:spPr>
          <a:xfrm>
            <a:off x="545072" y="-25173"/>
            <a:ext cx="8458200" cy="67861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i="1" kern="1200">
                <a:solidFill>
                  <a:schemeClr val="tx2"/>
                </a:solidFill>
                <a:latin typeface="Times New Roman" panose="02020603050405020304" pitchFamily="18" charset="0"/>
                <a:ea typeface="+mj-ea"/>
                <a:cs typeface="Times New Roman" panose="02020603050405020304" pitchFamily="18" charset="0"/>
              </a:defRPr>
            </a:lvl1pPr>
          </a:lstStyle>
          <a:p>
            <a:r>
              <a:rPr lang="en-US" i="0" dirty="0">
                <a:solidFill>
                  <a:schemeClr val="tx1"/>
                </a:solidFill>
                <a:latin typeface="+mj-lt"/>
              </a:rPr>
              <a:t>SIGNALS</a:t>
            </a:r>
          </a:p>
        </p:txBody>
      </p:sp>
    </p:spTree>
    <p:extLst>
      <p:ext uri="{BB962C8B-B14F-4D97-AF65-F5344CB8AC3E}">
        <p14:creationId xmlns:p14="http://schemas.microsoft.com/office/powerpoint/2010/main" xmlns="" val="118029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sz="quarter" idx="11"/>
          </p:nvPr>
        </p:nvSpPr>
        <p:spPr>
          <a:xfrm>
            <a:off x="385103" y="907383"/>
            <a:ext cx="8458200" cy="5366808"/>
          </a:xfrm>
        </p:spPr>
        <p:txBody>
          <a:bodyPr/>
          <a:lstStyle/>
          <a:p>
            <a:pPr lvl="0" algn="just">
              <a:lnSpc>
                <a:spcPct val="150000"/>
              </a:lnSpc>
              <a:buFont typeface="Arial" pitchFamily="34" charset="0"/>
              <a:buChar char="•"/>
            </a:pPr>
            <a:r>
              <a:rPr lang="en-US" i="0" dirty="0">
                <a:solidFill>
                  <a:srgbClr val="000000"/>
                </a:solidFill>
              </a:rPr>
              <a:t>The communication between Alice and Bob is depicted using a network topology and a data flow diagram. </a:t>
            </a:r>
            <a:endParaRPr lang="en-US" i="0" dirty="0" smtClean="0">
              <a:solidFill>
                <a:srgbClr val="000000"/>
              </a:solidFill>
            </a:endParaRPr>
          </a:p>
          <a:p>
            <a:pPr lvl="0" algn="just">
              <a:lnSpc>
                <a:spcPct val="150000"/>
              </a:lnSpc>
              <a:buFont typeface="Arial" pitchFamily="34" charset="0"/>
              <a:buChar char="•"/>
            </a:pPr>
            <a:r>
              <a:rPr lang="en-US" i="0" dirty="0" smtClean="0">
                <a:solidFill>
                  <a:srgbClr val="000000"/>
                </a:solidFill>
              </a:rPr>
              <a:t>Two </a:t>
            </a:r>
            <a:r>
              <a:rPr lang="en-US" i="0" dirty="0">
                <a:solidFill>
                  <a:srgbClr val="000000"/>
                </a:solidFill>
              </a:rPr>
              <a:t>host devices (one belongs to Alice) are connected to a LAN switch. </a:t>
            </a:r>
            <a:endParaRPr lang="en-US" i="0" dirty="0" smtClean="0">
              <a:solidFill>
                <a:srgbClr val="000000"/>
              </a:solidFill>
            </a:endParaRPr>
          </a:p>
          <a:p>
            <a:pPr lvl="0" algn="just">
              <a:lnSpc>
                <a:spcPct val="150000"/>
              </a:lnSpc>
              <a:buFont typeface="Arial" pitchFamily="34" charset="0"/>
              <a:buChar char="•"/>
            </a:pPr>
            <a:r>
              <a:rPr lang="en-US" i="0" dirty="0" smtClean="0">
                <a:solidFill>
                  <a:srgbClr val="000000"/>
                </a:solidFill>
              </a:rPr>
              <a:t>This </a:t>
            </a:r>
            <a:r>
              <a:rPr lang="en-US" i="0" dirty="0">
                <a:solidFill>
                  <a:srgbClr val="000000"/>
                </a:solidFill>
              </a:rPr>
              <a:t>network represents sky research. The LAN switch connects to a router R2 by point-to-point </a:t>
            </a:r>
            <a:r>
              <a:rPr lang="en-US" i="0" dirty="0" smtClean="0">
                <a:solidFill>
                  <a:srgbClr val="000000"/>
                </a:solidFill>
              </a:rPr>
              <a:t>WAN.</a:t>
            </a:r>
          </a:p>
          <a:p>
            <a:pPr lvl="0" algn="just">
              <a:lnSpc>
                <a:spcPct val="150000"/>
              </a:lnSpc>
              <a:buFont typeface="Arial" pitchFamily="34" charset="0"/>
              <a:buChar char="•"/>
            </a:pPr>
            <a:r>
              <a:rPr lang="en-US" i="0" dirty="0" smtClean="0">
                <a:solidFill>
                  <a:srgbClr val="000000"/>
                </a:solidFill>
              </a:rPr>
              <a:t>The </a:t>
            </a:r>
            <a:r>
              <a:rPr lang="en-US" i="0" dirty="0">
                <a:solidFill>
                  <a:srgbClr val="000000"/>
                </a:solidFill>
              </a:rPr>
              <a:t>R2 connects to a router R4 through a by point-to-point WAN, that in turn connects to a WAN switch belonging to a switched WAN network of three WAN devices. </a:t>
            </a:r>
            <a:endParaRPr lang="en-US" i="0" dirty="0" smtClean="0">
              <a:solidFill>
                <a:srgbClr val="000000"/>
              </a:solidFill>
            </a:endParaRPr>
          </a:p>
          <a:p>
            <a:pPr lvl="0" algn="just">
              <a:lnSpc>
                <a:spcPct val="150000"/>
              </a:lnSpc>
            </a:pPr>
            <a:r>
              <a:rPr lang="en-US" sz="1800" i="0" dirty="0" smtClean="0">
                <a:solidFill>
                  <a:srgbClr val="000000"/>
                </a:solidFill>
              </a:rPr>
              <a:t> </a:t>
            </a:r>
            <a:endParaRPr lang="en-US" sz="1800" i="0" dirty="0">
              <a:solidFill>
                <a:srgbClr val="000000"/>
              </a:solidFill>
            </a:endParaRPr>
          </a:p>
          <a:p>
            <a:endParaRPr lang="en-IN" dirty="0"/>
          </a:p>
        </p:txBody>
      </p:sp>
      <p:sp>
        <p:nvSpPr>
          <p:cNvPr id="4" name="Text Placeholder 3"/>
          <p:cNvSpPr>
            <a:spLocks noGrp="1"/>
          </p:cNvSpPr>
          <p:nvPr>
            <p:ph type="body" sz="quarter" idx="39"/>
          </p:nvPr>
        </p:nvSpPr>
        <p:spPr/>
        <p:txBody>
          <a:bodyPr/>
          <a:lstStyle/>
          <a:p>
            <a:endParaRPr lang="en-IN" dirty="0"/>
          </a:p>
        </p:txBody>
      </p:sp>
      <p:sp>
        <p:nvSpPr>
          <p:cNvPr id="6" name="Slide Number Placeholder 5"/>
          <p:cNvSpPr>
            <a:spLocks noGrp="1"/>
          </p:cNvSpPr>
          <p:nvPr>
            <p:ph type="sldNum" sz="quarter" idx="10"/>
          </p:nvPr>
        </p:nvSpPr>
        <p:spPr/>
        <p:txBody>
          <a:bodyPr/>
          <a:lstStyle/>
          <a:p>
            <a:fld id="{68151E55-6873-49E2-B8D5-2F265E6F1973}" type="slidenum">
              <a:rPr lang="en-US" smtClean="0"/>
              <a:pPr/>
              <a:t>4</a:t>
            </a:fld>
            <a:endParaRPr lang="en-US"/>
          </a:p>
        </p:txBody>
      </p:sp>
      <p:sp>
        <p:nvSpPr>
          <p:cNvPr id="7" name="Title 1">
            <a:extLst>
              <a:ext uri="{FF2B5EF4-FFF2-40B4-BE49-F238E27FC236}">
                <a16:creationId xmlns:a16="http://schemas.microsoft.com/office/drawing/2014/main" xmlns="" id="{9EADB8BE-C7B3-45FE-A0E7-4820C0ED3499}"/>
              </a:ext>
            </a:extLst>
          </p:cNvPr>
          <p:cNvSpPr txBox="1">
            <a:spLocks/>
          </p:cNvSpPr>
          <p:nvPr/>
        </p:nvSpPr>
        <p:spPr>
          <a:xfrm>
            <a:off x="342900" y="172501"/>
            <a:ext cx="8458200" cy="67861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i="1" kern="1200">
                <a:solidFill>
                  <a:schemeClr val="tx2"/>
                </a:solidFill>
                <a:latin typeface="Times New Roman" panose="02020603050405020304" pitchFamily="18" charset="0"/>
                <a:ea typeface="+mj-ea"/>
                <a:cs typeface="Times New Roman" panose="02020603050405020304" pitchFamily="18" charset="0"/>
              </a:defRPr>
            </a:lvl1pPr>
          </a:lstStyle>
          <a:p>
            <a:r>
              <a:rPr lang="en-US" i="0" dirty="0">
                <a:solidFill>
                  <a:schemeClr val="tx1"/>
                </a:solidFill>
                <a:latin typeface="+mj-lt"/>
              </a:rPr>
              <a:t>2-1 SIGNALS</a:t>
            </a:r>
          </a:p>
        </p:txBody>
      </p:sp>
    </p:spTree>
    <p:extLst>
      <p:ext uri="{BB962C8B-B14F-4D97-AF65-F5344CB8AC3E}">
        <p14:creationId xmlns:p14="http://schemas.microsoft.com/office/powerpoint/2010/main" xmlns="" val="414174680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z="3200" i="0" dirty="0" smtClean="0">
                <a:solidFill>
                  <a:schemeClr val="tx1"/>
                </a:solidFill>
              </a:rPr>
              <a:t>2-1 SIGNALS</a:t>
            </a:r>
            <a:br>
              <a:rPr lang="en-US" sz="3200" i="0" dirty="0" smtClean="0">
                <a:solidFill>
                  <a:schemeClr val="tx1"/>
                </a:solidFill>
              </a:rPr>
            </a:br>
            <a:endParaRPr lang="en-IN" dirty="0"/>
          </a:p>
        </p:txBody>
      </p:sp>
      <p:sp>
        <p:nvSpPr>
          <p:cNvPr id="9" name="Content Placeholder 8"/>
          <p:cNvSpPr>
            <a:spLocks noGrp="1"/>
          </p:cNvSpPr>
          <p:nvPr>
            <p:ph sz="quarter" idx="11"/>
          </p:nvPr>
        </p:nvSpPr>
        <p:spPr/>
        <p:txBody>
          <a:bodyPr/>
          <a:lstStyle/>
          <a:p>
            <a:pPr lvl="0" algn="just">
              <a:lnSpc>
                <a:spcPct val="150000"/>
              </a:lnSpc>
              <a:buFont typeface="Arial" pitchFamily="34" charset="0"/>
              <a:buChar char="•"/>
            </a:pPr>
            <a:r>
              <a:rPr lang="en-US" i="0" dirty="0" smtClean="0">
                <a:solidFill>
                  <a:srgbClr val="000000"/>
                </a:solidFill>
              </a:rPr>
              <a:t>The third WAN switch from the switched network connects to a router R5 by point-to-point WAN. This network represents a national ISP. </a:t>
            </a:r>
          </a:p>
          <a:p>
            <a:pPr lvl="0" algn="just">
              <a:lnSpc>
                <a:spcPct val="150000"/>
              </a:lnSpc>
              <a:buFont typeface="Arial" pitchFamily="34" charset="0"/>
              <a:buChar char="•"/>
            </a:pPr>
            <a:r>
              <a:rPr lang="en-US" i="0" dirty="0" smtClean="0">
                <a:solidFill>
                  <a:srgbClr val="000000"/>
                </a:solidFill>
              </a:rPr>
              <a:t>The router R5 connects to a router R7 in an ISP network.</a:t>
            </a:r>
          </a:p>
          <a:p>
            <a:pPr lvl="0" algn="just">
              <a:lnSpc>
                <a:spcPct val="150000"/>
              </a:lnSpc>
              <a:buFont typeface="Arial" pitchFamily="34" charset="0"/>
              <a:buChar char="•"/>
            </a:pPr>
            <a:r>
              <a:rPr lang="en-US" i="0" dirty="0" smtClean="0">
                <a:solidFill>
                  <a:srgbClr val="000000"/>
                </a:solidFill>
              </a:rPr>
              <a:t> The router R7 connects to a LAN switch belonging to a network representing scientific books.</a:t>
            </a:r>
          </a:p>
          <a:p>
            <a:pPr algn="just">
              <a:lnSpc>
                <a:spcPct val="150000"/>
              </a:lnSpc>
              <a:buFont typeface="Arial" pitchFamily="34" charset="0"/>
              <a:buChar char="•"/>
            </a:pPr>
            <a:r>
              <a:rPr lang="en-US" i="0" dirty="0" smtClean="0">
                <a:solidFill>
                  <a:srgbClr val="000000"/>
                </a:solidFill>
              </a:rPr>
              <a:t>The LAN switch connects to two host devices and a mainframe represents Bob.</a:t>
            </a:r>
            <a:endParaRPr lang="en-IN" dirty="0"/>
          </a:p>
        </p:txBody>
      </p:sp>
      <p:sp>
        <p:nvSpPr>
          <p:cNvPr id="10" name="Text Placeholder 9"/>
          <p:cNvSpPr>
            <a:spLocks noGrp="1"/>
          </p:cNvSpPr>
          <p:nvPr>
            <p:ph type="body" sz="quarter" idx="39"/>
          </p:nvPr>
        </p:nvSpPr>
        <p:spPr/>
        <p:txBody>
          <a:bodyPr/>
          <a:lstStyle/>
          <a:p>
            <a:endParaRPr lang="en-IN"/>
          </a:p>
        </p:txBody>
      </p:sp>
      <p:sp>
        <p:nvSpPr>
          <p:cNvPr id="11" name="Text Placeholder 10"/>
          <p:cNvSpPr>
            <a:spLocks noGrp="1"/>
          </p:cNvSpPr>
          <p:nvPr>
            <p:ph type="body" sz="quarter" idx="40"/>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i="0" dirty="0" smtClean="0">
                <a:solidFill>
                  <a:schemeClr val="tx1"/>
                </a:solidFill>
              </a:rPr>
              <a:t>2-1 SIGNALS</a:t>
            </a:r>
            <a:endParaRPr lang="en-IN" dirty="0"/>
          </a:p>
        </p:txBody>
      </p:sp>
      <p:sp>
        <p:nvSpPr>
          <p:cNvPr id="9" name="Content Placeholder 8"/>
          <p:cNvSpPr>
            <a:spLocks noGrp="1"/>
          </p:cNvSpPr>
          <p:nvPr>
            <p:ph sz="quarter" idx="11"/>
          </p:nvPr>
        </p:nvSpPr>
        <p:spPr/>
        <p:txBody>
          <a:bodyPr/>
          <a:lstStyle/>
          <a:p>
            <a:pPr lvl="0" algn="just">
              <a:lnSpc>
                <a:spcPct val="150000"/>
              </a:lnSpc>
              <a:buFont typeface="Arial" pitchFamily="34" charset="0"/>
              <a:buChar char="•"/>
            </a:pPr>
            <a:r>
              <a:rPr lang="en-US" i="0" dirty="0" smtClean="0">
                <a:solidFill>
                  <a:srgbClr val="000000"/>
                </a:solidFill>
              </a:rPr>
              <a:t>The data flow diagram shows that the data flows from the physical layer of Alice host device to the physical layer of R2 which has two physical and data-link layers and a network layer. </a:t>
            </a:r>
          </a:p>
          <a:p>
            <a:pPr lvl="0" algn="just">
              <a:lnSpc>
                <a:spcPct val="150000"/>
              </a:lnSpc>
              <a:buFont typeface="Arial" pitchFamily="34" charset="0"/>
              <a:buChar char="•"/>
            </a:pPr>
            <a:r>
              <a:rPr lang="en-US" i="0" dirty="0" smtClean="0">
                <a:solidFill>
                  <a:srgbClr val="000000"/>
                </a:solidFill>
              </a:rPr>
              <a:t>From the other physical layer, the data flows to the physical layer of  R4.</a:t>
            </a:r>
          </a:p>
          <a:p>
            <a:pPr lvl="0" algn="just">
              <a:lnSpc>
                <a:spcPct val="150000"/>
              </a:lnSpc>
              <a:buFont typeface="Arial" pitchFamily="34" charset="0"/>
              <a:buChar char="•"/>
            </a:pPr>
            <a:r>
              <a:rPr lang="en-US" i="0" dirty="0" smtClean="0">
                <a:solidFill>
                  <a:srgbClr val="000000"/>
                </a:solidFill>
              </a:rPr>
              <a:t> From the other physical layer of R4, the data flows to the physical layer of R5.</a:t>
            </a:r>
          </a:p>
          <a:p>
            <a:pPr lvl="0" algn="just">
              <a:lnSpc>
                <a:spcPct val="150000"/>
              </a:lnSpc>
              <a:buFont typeface="Arial" pitchFamily="34" charset="0"/>
              <a:buChar char="•"/>
            </a:pPr>
            <a:r>
              <a:rPr lang="en-US" i="0" dirty="0" smtClean="0">
                <a:solidFill>
                  <a:srgbClr val="000000"/>
                </a:solidFill>
              </a:rPr>
              <a:t> Likewise, the data flows from R5 to R7 and reaches the physical layer of the Bob host device.</a:t>
            </a:r>
            <a:endParaRPr lang="en-US" sz="1800" i="0" dirty="0" smtClean="0">
              <a:solidFill>
                <a:srgbClr val="000000"/>
              </a:solidFill>
            </a:endParaRPr>
          </a:p>
          <a:p>
            <a:endParaRPr lang="en-IN" dirty="0"/>
          </a:p>
        </p:txBody>
      </p:sp>
      <p:sp>
        <p:nvSpPr>
          <p:cNvPr id="10" name="Text Placeholder 9"/>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xmlns="" id="{9EADB8BE-C7B3-45FE-A0E7-4820C0ED3499}"/>
              </a:ext>
            </a:extLst>
          </p:cNvPr>
          <p:cNvSpPr>
            <a:spLocks noGrp="1"/>
          </p:cNvSpPr>
          <p:nvPr>
            <p:ph type="title"/>
          </p:nvPr>
        </p:nvSpPr>
        <p:spPr>
          <a:xfrm>
            <a:off x="342900" y="135219"/>
            <a:ext cx="8458200" cy="678611"/>
          </a:xfrm>
        </p:spPr>
        <p:txBody>
          <a:bodyPr/>
          <a:lstStyle/>
          <a:p>
            <a:r>
              <a:rPr lang="en-US" i="0" dirty="0">
                <a:solidFill>
                  <a:schemeClr val="tx1"/>
                </a:solidFill>
                <a:latin typeface="+mj-lt"/>
              </a:rPr>
              <a:t> SIGNALS</a:t>
            </a:r>
          </a:p>
        </p:txBody>
      </p:sp>
      <p:sp>
        <p:nvSpPr>
          <p:cNvPr id="8" name="Content Placeholder 2">
            <a:extLst>
              <a:ext uri="{FF2B5EF4-FFF2-40B4-BE49-F238E27FC236}">
                <a16:creationId xmlns:a16="http://schemas.microsoft.com/office/drawing/2014/main" xmlns="" id="{7FAEA6A5-BBAD-4D40-8C38-B02CFBC8F971}"/>
              </a:ext>
            </a:extLst>
          </p:cNvPr>
          <p:cNvSpPr>
            <a:spLocks noGrp="1"/>
          </p:cNvSpPr>
          <p:nvPr>
            <p:ph sz="quarter" idx="11"/>
          </p:nvPr>
        </p:nvSpPr>
        <p:spPr>
          <a:xfrm>
            <a:off x="545072" y="763473"/>
            <a:ext cx="8458200" cy="5160185"/>
          </a:xfrm>
        </p:spPr>
        <p:txBody>
          <a:bodyPr/>
          <a:lstStyle/>
          <a:p>
            <a:pPr algn="just">
              <a:lnSpc>
                <a:spcPct val="150000"/>
              </a:lnSpc>
              <a:buFont typeface="Arial" pitchFamily="34" charset="0"/>
              <a:buChar char="•"/>
            </a:pPr>
            <a:r>
              <a:rPr lang="en-US" i="0" dirty="0">
                <a:latin typeface="+mj-lt"/>
              </a:rPr>
              <a:t>What is exchanged between Alice and Bob is data, but what goes through the network at the physical layer is signals.</a:t>
            </a:r>
          </a:p>
        </p:txBody>
      </p:sp>
      <p:sp>
        <p:nvSpPr>
          <p:cNvPr id="2" name="Slide Number Placeholder 3">
            <a:extLst>
              <a:ext uri="{FF2B5EF4-FFF2-40B4-BE49-F238E27FC236}">
                <a16:creationId xmlns:a16="http://schemas.microsoft.com/office/drawing/2014/main" xmlns="" id="{157E8D1A-C020-43D5-90BB-626EFF096788}"/>
              </a:ext>
            </a:extLst>
          </p:cNvPr>
          <p:cNvSpPr>
            <a:spLocks noGrp="1"/>
          </p:cNvSpPr>
          <p:nvPr>
            <p:ph type="sldNum" sz="quarter" idx="10"/>
          </p:nvPr>
        </p:nvSpPr>
        <p:spPr/>
        <p:txBody>
          <a:bodyPr/>
          <a:lstStyle/>
          <a:p>
            <a:fld id="{68151E55-6873-49E2-B8D5-2F265E6F1973}" type="slidenum">
              <a:rPr lang="en-US" smtClean="0">
                <a:latin typeface="+mj-lt"/>
              </a:rPr>
              <a:pPr/>
              <a:t>7</a:t>
            </a:fld>
            <a:endParaRPr lang="en-US">
              <a:latin typeface="+mj-lt"/>
            </a:endParaRPr>
          </a:p>
        </p:txBody>
      </p:sp>
    </p:spTree>
    <p:extLst>
      <p:ext uri="{BB962C8B-B14F-4D97-AF65-F5344CB8AC3E}">
        <p14:creationId xmlns:p14="http://schemas.microsoft.com/office/powerpoint/2010/main" xmlns="" val="2683821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E2483A9-BF36-D91C-2BA4-EAE3B22EB69E}"/>
              </a:ext>
            </a:extLst>
          </p:cNvPr>
          <p:cNvSpPr>
            <a:spLocks noGrp="1"/>
          </p:cNvSpPr>
          <p:nvPr>
            <p:ph type="title"/>
          </p:nvPr>
        </p:nvSpPr>
        <p:spPr/>
        <p:txBody>
          <a:bodyPr/>
          <a:lstStyle/>
          <a:p>
            <a:r>
              <a:rPr lang="en-IN" sz="2800" dirty="0"/>
              <a:t>Analog and Digital Data</a:t>
            </a:r>
          </a:p>
        </p:txBody>
      </p:sp>
      <p:sp>
        <p:nvSpPr>
          <p:cNvPr id="5" name="Text Placeholder 4">
            <a:extLst>
              <a:ext uri="{FF2B5EF4-FFF2-40B4-BE49-F238E27FC236}">
                <a16:creationId xmlns:a16="http://schemas.microsoft.com/office/drawing/2014/main" xmlns="" id="{FE091F41-6265-BB45-A821-89700C16886B}"/>
              </a:ext>
            </a:extLst>
          </p:cNvPr>
          <p:cNvSpPr>
            <a:spLocks noGrp="1"/>
          </p:cNvSpPr>
          <p:nvPr>
            <p:ph type="body" sz="quarter" idx="39"/>
          </p:nvPr>
        </p:nvSpPr>
        <p:spPr/>
        <p:txBody>
          <a:bodyPr/>
          <a:lstStyle/>
          <a:p>
            <a:endParaRPr lang="en-IN"/>
          </a:p>
        </p:txBody>
      </p:sp>
      <p:sp>
        <p:nvSpPr>
          <p:cNvPr id="6" name="Text Placeholder 5">
            <a:extLst>
              <a:ext uri="{FF2B5EF4-FFF2-40B4-BE49-F238E27FC236}">
                <a16:creationId xmlns:a16="http://schemas.microsoft.com/office/drawing/2014/main" xmlns="" id="{3E02E384-DF2D-7784-17B1-A71BF08E6CE6}"/>
              </a:ext>
            </a:extLst>
          </p:cNvPr>
          <p:cNvSpPr>
            <a:spLocks noGrp="1"/>
          </p:cNvSpPr>
          <p:nvPr>
            <p:ph type="body" sz="quarter" idx="40"/>
          </p:nvPr>
        </p:nvSpPr>
        <p:spPr/>
        <p:txBody>
          <a:bodyPr/>
          <a:lstStyle/>
          <a:p>
            <a:endParaRPr lang="en-IN"/>
          </a:p>
        </p:txBody>
      </p:sp>
      <p:sp>
        <p:nvSpPr>
          <p:cNvPr id="7" name="Slide Number Placeholder 6">
            <a:extLst>
              <a:ext uri="{FF2B5EF4-FFF2-40B4-BE49-F238E27FC236}">
                <a16:creationId xmlns:a16="http://schemas.microsoft.com/office/drawing/2014/main" xmlns="" id="{0C4EDF85-74C9-DBB9-6BC3-1280070C607C}"/>
              </a:ext>
            </a:extLst>
          </p:cNvPr>
          <p:cNvSpPr>
            <a:spLocks noGrp="1"/>
          </p:cNvSpPr>
          <p:nvPr>
            <p:ph type="sldNum" sz="quarter" idx="10"/>
          </p:nvPr>
        </p:nvSpPr>
        <p:spPr/>
        <p:txBody>
          <a:bodyPr/>
          <a:lstStyle/>
          <a:p>
            <a:fld id="{68151E55-6873-49E2-B8D5-2F265E6F1973}" type="slidenum">
              <a:rPr lang="en-US" smtClean="0"/>
              <a:pPr/>
              <a:t>8</a:t>
            </a:fld>
            <a:endParaRPr lang="en-US"/>
          </a:p>
        </p:txBody>
      </p:sp>
      <p:sp>
        <p:nvSpPr>
          <p:cNvPr id="9" name="Content Placeholder 3">
            <a:extLst>
              <a:ext uri="{FF2B5EF4-FFF2-40B4-BE49-F238E27FC236}">
                <a16:creationId xmlns:a16="http://schemas.microsoft.com/office/drawing/2014/main" xmlns="" id="{3F04B330-3870-8CF5-F281-07F9EA737F0B}"/>
              </a:ext>
            </a:extLst>
          </p:cNvPr>
          <p:cNvSpPr>
            <a:spLocks noGrp="1"/>
          </p:cNvSpPr>
          <p:nvPr>
            <p:ph sz="quarter" idx="11"/>
          </p:nvPr>
        </p:nvSpPr>
        <p:spPr>
          <a:xfrm>
            <a:off x="342900" y="1276350"/>
            <a:ext cx="8458200" cy="4841062"/>
          </a:xfrm>
        </p:spPr>
        <p:txBody>
          <a:bodyPr/>
          <a:lstStyle/>
          <a:p>
            <a:pPr marL="342900" indent="-342900" algn="just">
              <a:lnSpc>
                <a:spcPct val="150000"/>
              </a:lnSpc>
              <a:buFont typeface="Arial" panose="020B0604020202020204" pitchFamily="34" charset="0"/>
              <a:buChar char="•"/>
            </a:pPr>
            <a:r>
              <a:rPr lang="en-US" b="0" i="0" u="none" strike="noStrike" baseline="0" dirty="0">
                <a:latin typeface="+mj-lt"/>
              </a:rPr>
              <a:t>Data can be analog or digital. </a:t>
            </a:r>
          </a:p>
          <a:p>
            <a:pPr marL="342900" indent="-342900" algn="just">
              <a:lnSpc>
                <a:spcPct val="150000"/>
              </a:lnSpc>
              <a:buFont typeface="Arial" panose="020B0604020202020204" pitchFamily="34" charset="0"/>
              <a:buChar char="•"/>
            </a:pPr>
            <a:r>
              <a:rPr lang="en-US" b="0" i="0" u="none" strike="noStrike" baseline="0" dirty="0">
                <a:latin typeface="+mj-lt"/>
              </a:rPr>
              <a:t>The term </a:t>
            </a:r>
            <a:r>
              <a:rPr lang="en-US" b="1" i="0" u="none" strike="noStrike" baseline="0" dirty="0">
                <a:latin typeface="+mj-lt"/>
              </a:rPr>
              <a:t>analog data </a:t>
            </a:r>
            <a:r>
              <a:rPr lang="en-US" b="0" i="0" u="none" strike="noStrike" baseline="0" dirty="0">
                <a:latin typeface="+mj-lt"/>
              </a:rPr>
              <a:t>refers to information that is continuous </a:t>
            </a:r>
          </a:p>
          <a:p>
            <a:pPr marL="342900" indent="-342900" algn="just">
              <a:lnSpc>
                <a:spcPct val="150000"/>
              </a:lnSpc>
              <a:buFont typeface="Arial" panose="020B0604020202020204" pitchFamily="34" charset="0"/>
              <a:buChar char="•"/>
            </a:pPr>
            <a:r>
              <a:rPr lang="en-US" b="1" i="0" u="none" strike="noStrike" baseline="0" dirty="0">
                <a:latin typeface="+mj-lt"/>
              </a:rPr>
              <a:t>digital data </a:t>
            </a:r>
            <a:r>
              <a:rPr lang="en-US" b="0" i="0" u="none" strike="noStrike" baseline="0" dirty="0">
                <a:latin typeface="+mj-lt"/>
              </a:rPr>
              <a:t>refers to information that has discrete states.</a:t>
            </a:r>
          </a:p>
          <a:p>
            <a:pPr marL="342900" indent="-342900" algn="just">
              <a:lnSpc>
                <a:spcPct val="150000"/>
              </a:lnSpc>
              <a:buFont typeface="Arial" panose="020B0604020202020204" pitchFamily="34" charset="0"/>
              <a:buChar char="•"/>
            </a:pPr>
            <a:r>
              <a:rPr lang="en-IN" b="0" i="0" u="none" strike="noStrike" baseline="0" dirty="0">
                <a:latin typeface="+mj-lt"/>
              </a:rPr>
              <a:t>For example, an </a:t>
            </a:r>
            <a:r>
              <a:rPr lang="en-US" b="0" i="0" u="none" strike="noStrike" baseline="0" dirty="0">
                <a:latin typeface="+mj-lt"/>
              </a:rPr>
              <a:t>analog clock that has hour, minute, and second hands gives information in a continuous form; the movements of the hands are continuous. </a:t>
            </a:r>
          </a:p>
          <a:p>
            <a:pPr marL="342900" indent="-342900" algn="just">
              <a:lnSpc>
                <a:spcPct val="150000"/>
              </a:lnSpc>
              <a:buFont typeface="Arial" panose="020B0604020202020204" pitchFamily="34" charset="0"/>
              <a:buChar char="•"/>
            </a:pPr>
            <a:r>
              <a:rPr lang="en-US" b="0" i="0" u="none" strike="noStrike" baseline="0" dirty="0">
                <a:latin typeface="+mj-lt"/>
              </a:rPr>
              <a:t>On the other hand, a digital </a:t>
            </a:r>
            <a:r>
              <a:rPr lang="en-IN" b="0" i="0" u="none" strike="noStrike" baseline="0" dirty="0">
                <a:latin typeface="+mj-lt"/>
              </a:rPr>
              <a:t>clock </a:t>
            </a:r>
            <a:r>
              <a:rPr lang="en-US" b="0" i="0" u="none" strike="noStrike" baseline="0" dirty="0">
                <a:latin typeface="+mj-lt"/>
              </a:rPr>
              <a:t>that reports the hours and the minutes will change suddenly from 8:05 to 8:06.</a:t>
            </a:r>
            <a:endParaRPr lang="en-IN" sz="3200" dirty="0">
              <a:latin typeface="+mj-lt"/>
            </a:endParaRPr>
          </a:p>
        </p:txBody>
      </p:sp>
    </p:spTree>
    <p:extLst>
      <p:ext uri="{BB962C8B-B14F-4D97-AF65-F5344CB8AC3E}">
        <p14:creationId xmlns:p14="http://schemas.microsoft.com/office/powerpoint/2010/main" xmlns="" val="24811082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xmlns="" id="{9EADB8BE-C7B3-45FE-A0E7-4820C0ED3499}"/>
              </a:ext>
            </a:extLst>
          </p:cNvPr>
          <p:cNvSpPr>
            <a:spLocks noGrp="1"/>
          </p:cNvSpPr>
          <p:nvPr>
            <p:ph type="title"/>
          </p:nvPr>
        </p:nvSpPr>
        <p:spPr>
          <a:xfrm>
            <a:off x="367152" y="-61791"/>
            <a:ext cx="8458200" cy="678611"/>
          </a:xfrm>
        </p:spPr>
        <p:txBody>
          <a:bodyPr/>
          <a:lstStyle/>
          <a:p>
            <a:r>
              <a:rPr lang="en-US" sz="3200" dirty="0">
                <a:solidFill>
                  <a:schemeClr val="tx1"/>
                </a:solidFill>
                <a:latin typeface="+mj-lt"/>
              </a:rPr>
              <a:t>Analog Signal</a:t>
            </a:r>
          </a:p>
        </p:txBody>
      </p:sp>
      <p:sp>
        <p:nvSpPr>
          <p:cNvPr id="8" name="Content Placeholder 2">
            <a:extLst>
              <a:ext uri="{FF2B5EF4-FFF2-40B4-BE49-F238E27FC236}">
                <a16:creationId xmlns:a16="http://schemas.microsoft.com/office/drawing/2014/main" xmlns="" id="{7FAEA6A5-BBAD-4D40-8C38-B02CFBC8F971}"/>
              </a:ext>
            </a:extLst>
          </p:cNvPr>
          <p:cNvSpPr>
            <a:spLocks noGrp="1"/>
          </p:cNvSpPr>
          <p:nvPr>
            <p:ph sz="quarter" idx="11"/>
          </p:nvPr>
        </p:nvSpPr>
        <p:spPr>
          <a:xfrm>
            <a:off x="443168" y="629688"/>
            <a:ext cx="8335072" cy="5363149"/>
          </a:xfrm>
        </p:spPr>
        <p:txBody>
          <a:bodyPr/>
          <a:lstStyle/>
          <a:p>
            <a:pPr marL="457200" indent="-457200" algn="just">
              <a:buFont typeface="Arial" panose="020B0604020202020204" pitchFamily="34" charset="0"/>
              <a:buChar char="•"/>
              <a:defRPr/>
            </a:pPr>
            <a:r>
              <a:rPr lang="en-US" i="0" dirty="0"/>
              <a:t>An analog signal can take one of the two forms: periodic or aperiodic. </a:t>
            </a:r>
            <a:endParaRPr lang="en-US" i="0" dirty="0" smtClean="0"/>
          </a:p>
          <a:p>
            <a:pPr lvl="1" algn="just"/>
            <a:r>
              <a:rPr lang="en-IN" i="0" dirty="0" smtClean="0"/>
              <a:t>A </a:t>
            </a:r>
            <a:r>
              <a:rPr lang="en-IN" b="1" i="0" dirty="0" smtClean="0"/>
              <a:t>periodic signal </a:t>
            </a:r>
            <a:r>
              <a:rPr lang="en-IN" i="0" dirty="0" smtClean="0"/>
              <a:t>completes a pattern within a measurable time frame, called a period, and repeats that pattern over subsequent identical periods.</a:t>
            </a:r>
          </a:p>
          <a:p>
            <a:pPr lvl="1"/>
            <a:r>
              <a:rPr lang="en-IN" i="0" dirty="0" smtClean="0"/>
              <a:t> The completion of one full pattern is called a </a:t>
            </a:r>
            <a:r>
              <a:rPr lang="en-IN" b="1" i="0" dirty="0" smtClean="0"/>
              <a:t>cycle.</a:t>
            </a:r>
          </a:p>
          <a:p>
            <a:pPr lvl="1"/>
            <a:r>
              <a:rPr lang="en-IN" i="0" dirty="0" smtClean="0"/>
              <a:t>A </a:t>
            </a:r>
            <a:r>
              <a:rPr lang="en-IN" b="1" i="0" dirty="0" err="1" smtClean="0"/>
              <a:t>nonperiodic</a:t>
            </a:r>
            <a:r>
              <a:rPr lang="en-IN" b="1" i="0" dirty="0" smtClean="0"/>
              <a:t> signal </a:t>
            </a:r>
            <a:r>
              <a:rPr lang="en-IN" i="0" dirty="0" smtClean="0"/>
              <a:t>changes without exhibiting a pattern or cycle that repeats over time</a:t>
            </a:r>
            <a:endParaRPr lang="en-US" i="0" dirty="0" smtClean="0"/>
          </a:p>
          <a:p>
            <a:pPr marL="457200" indent="-457200" algn="just">
              <a:buFont typeface="Arial" panose="020B0604020202020204" pitchFamily="34" charset="0"/>
              <a:buChar char="•"/>
              <a:defRPr/>
            </a:pPr>
            <a:r>
              <a:rPr lang="en-US" i="0" dirty="0" smtClean="0"/>
              <a:t>In data communication, normally periodic analog signals and </a:t>
            </a:r>
            <a:r>
              <a:rPr lang="en-US" i="0" dirty="0" err="1" smtClean="0"/>
              <a:t>nonperiodic</a:t>
            </a:r>
            <a:r>
              <a:rPr lang="en-US" i="0" dirty="0" smtClean="0"/>
              <a:t> digital signals are used</a:t>
            </a:r>
          </a:p>
        </p:txBody>
      </p:sp>
      <p:sp>
        <p:nvSpPr>
          <p:cNvPr id="2" name="Slide Number Placeholder 3">
            <a:extLst>
              <a:ext uri="{FF2B5EF4-FFF2-40B4-BE49-F238E27FC236}">
                <a16:creationId xmlns:a16="http://schemas.microsoft.com/office/drawing/2014/main" xmlns="" id="{C7DF502E-6A66-49E7-89D4-110CA6C2D938}"/>
              </a:ext>
            </a:extLst>
          </p:cNvPr>
          <p:cNvSpPr>
            <a:spLocks noGrp="1"/>
          </p:cNvSpPr>
          <p:nvPr>
            <p:ph type="sldNum" sz="quarter" idx="10"/>
          </p:nvPr>
        </p:nvSpPr>
        <p:spPr/>
        <p:txBody>
          <a:bodyPr/>
          <a:lstStyle/>
          <a:p>
            <a:fld id="{68151E55-6873-49E2-B8D5-2F265E6F1973}" type="slidenum">
              <a:rPr lang="en-US" smtClean="0">
                <a:latin typeface="+mj-lt"/>
              </a:rPr>
              <a:pPr/>
              <a:t>9</a:t>
            </a:fld>
            <a:endParaRPr lang="en-US">
              <a:latin typeface="+mj-lt"/>
            </a:endParaRPr>
          </a:p>
        </p:txBody>
      </p:sp>
    </p:spTree>
    <p:extLst>
      <p:ext uri="{BB962C8B-B14F-4D97-AF65-F5344CB8AC3E}">
        <p14:creationId xmlns:p14="http://schemas.microsoft.com/office/powerpoint/2010/main" xmlns="" val="962304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The analog signal and the digital signal are graphed.">
            <a:extLst>
              <a:ext uri="{FF2B5EF4-FFF2-40B4-BE49-F238E27FC236}">
                <a16:creationId xmlns:a16="http://schemas.microsoft.com/office/drawing/2014/main" xmlns="" id="{9ED81147-7411-4DDD-824A-70D7BBE5EBC2}"/>
              </a:ext>
            </a:extLst>
          </p:cNvPr>
          <p:cNvPicPr>
            <a:picLocks noChangeAspect="1"/>
          </p:cNvPicPr>
          <p:nvPr/>
        </p:nvPicPr>
        <p:blipFill>
          <a:blip r:embed="rId2"/>
          <a:stretch>
            <a:fillRect/>
          </a:stretch>
        </p:blipFill>
        <p:spPr>
          <a:xfrm>
            <a:off x="644236" y="4349160"/>
            <a:ext cx="7888190" cy="1991778"/>
          </a:xfrm>
          <a:prstGeom prst="rect">
            <a:avLst/>
          </a:prstGeom>
        </p:spPr>
      </p:pic>
      <p:sp>
        <p:nvSpPr>
          <p:cNvPr id="6" name="Slide Number Placeholder 4">
            <a:extLst>
              <a:ext uri="{FF2B5EF4-FFF2-40B4-BE49-F238E27FC236}">
                <a16:creationId xmlns:a16="http://schemas.microsoft.com/office/drawing/2014/main" xmlns="" id="{93FB4F65-2955-4EDB-B5C4-52570701A434}"/>
              </a:ext>
            </a:extLst>
          </p:cNvPr>
          <p:cNvSpPr>
            <a:spLocks noGrp="1"/>
          </p:cNvSpPr>
          <p:nvPr>
            <p:ph type="sldNum" sz="quarter" idx="10"/>
          </p:nvPr>
        </p:nvSpPr>
        <p:spPr/>
        <p:txBody>
          <a:bodyPr/>
          <a:lstStyle/>
          <a:p>
            <a:fld id="{68151E55-6873-49E2-B8D5-2F265E6F1973}" type="slidenum">
              <a:rPr lang="en-US" smtClean="0"/>
              <a:pPr/>
              <a:t>10</a:t>
            </a:fld>
            <a:endParaRPr lang="en-US"/>
          </a:p>
        </p:txBody>
      </p:sp>
      <p:sp>
        <p:nvSpPr>
          <p:cNvPr id="8" name="Title 1">
            <a:extLst>
              <a:ext uri="{FF2B5EF4-FFF2-40B4-BE49-F238E27FC236}">
                <a16:creationId xmlns:a16="http://schemas.microsoft.com/office/drawing/2014/main" xmlns="" id="{9EADB8BE-C7B3-45FE-A0E7-4820C0ED3499}"/>
              </a:ext>
            </a:extLst>
          </p:cNvPr>
          <p:cNvSpPr txBox="1">
            <a:spLocks/>
          </p:cNvSpPr>
          <p:nvPr/>
        </p:nvSpPr>
        <p:spPr>
          <a:xfrm>
            <a:off x="342900" y="189135"/>
            <a:ext cx="8458200" cy="67861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i="1" kern="1200">
                <a:solidFill>
                  <a:schemeClr val="tx2"/>
                </a:solidFill>
                <a:latin typeface="Times New Roman" panose="02020603050405020304" pitchFamily="18" charset="0"/>
                <a:ea typeface="+mj-ea"/>
                <a:cs typeface="Times New Roman" panose="02020603050405020304" pitchFamily="18" charset="0"/>
              </a:defRPr>
            </a:lvl1pPr>
          </a:lstStyle>
          <a:p>
            <a:r>
              <a:rPr lang="en-US" i="0" dirty="0">
                <a:solidFill>
                  <a:schemeClr val="tx1"/>
                </a:solidFill>
                <a:latin typeface="+mj-lt"/>
              </a:rPr>
              <a:t>SIGNALS</a:t>
            </a:r>
          </a:p>
        </p:txBody>
      </p:sp>
      <p:sp>
        <p:nvSpPr>
          <p:cNvPr id="2" name="TextBox 1"/>
          <p:cNvSpPr txBox="1"/>
          <p:nvPr/>
        </p:nvSpPr>
        <p:spPr>
          <a:xfrm>
            <a:off x="644236" y="895882"/>
            <a:ext cx="8359036" cy="3416320"/>
          </a:xfrm>
          <a:prstGeom prst="rect">
            <a:avLst/>
          </a:prstGeom>
          <a:noFill/>
        </p:spPr>
        <p:txBody>
          <a:bodyPr wrap="square" rtlCol="0">
            <a:spAutoFit/>
          </a:bodyPr>
          <a:lstStyle/>
          <a:p>
            <a:pPr marL="285750" indent="-285750" algn="just">
              <a:buFont typeface="Arial" panose="020B0604020202020204" pitchFamily="34" charset="0"/>
              <a:buChar char="•"/>
            </a:pPr>
            <a:r>
              <a:rPr lang="en-US" sz="2400" b="1" dirty="0"/>
              <a:t>S</a:t>
            </a:r>
            <a:r>
              <a:rPr lang="en-US" sz="2400" b="1" i="0" u="none" strike="noStrike" baseline="0" dirty="0"/>
              <a:t>ignals </a:t>
            </a:r>
            <a:r>
              <a:rPr lang="en-US" sz="2400" b="0" i="0" u="none" strike="noStrike" baseline="0" dirty="0"/>
              <a:t>can be either analog or digital. </a:t>
            </a:r>
          </a:p>
          <a:p>
            <a:pPr marL="285750" indent="-285750" algn="just">
              <a:buFont typeface="Arial" panose="020B0604020202020204" pitchFamily="34" charset="0"/>
              <a:buChar char="•"/>
            </a:pPr>
            <a:r>
              <a:rPr lang="en-US" sz="2400" b="0" i="0" u="none" strike="noStrike" baseline="0" dirty="0"/>
              <a:t>An </a:t>
            </a:r>
            <a:r>
              <a:rPr lang="en-US" sz="2400" b="1" i="0" u="none" strike="noStrike" baseline="0" dirty="0"/>
              <a:t>analog signal </a:t>
            </a:r>
            <a:r>
              <a:rPr lang="en-US" sz="2400" b="0" i="0" u="none" strike="noStrike" baseline="0" dirty="0"/>
              <a:t>has infinitely many levels of intensity over a period of time. </a:t>
            </a:r>
          </a:p>
          <a:p>
            <a:pPr marL="285750" indent="-285750" algn="just">
              <a:buFont typeface="Arial" panose="020B0604020202020204" pitchFamily="34" charset="0"/>
              <a:buChar char="•"/>
            </a:pPr>
            <a:r>
              <a:rPr lang="en-US" sz="2400" b="0" i="0" u="none" strike="noStrike" baseline="0" dirty="0"/>
              <a:t>As the wave moves from value </a:t>
            </a:r>
            <a:r>
              <a:rPr lang="en-US" sz="2400" b="0" i="1" u="none" strike="noStrike" baseline="0" dirty="0"/>
              <a:t>A </a:t>
            </a:r>
            <a:r>
              <a:rPr lang="en-US" sz="2400" b="0" i="0" u="none" strike="noStrike" baseline="0" dirty="0"/>
              <a:t>to value </a:t>
            </a:r>
            <a:r>
              <a:rPr lang="en-US" sz="2400" b="0" i="1" u="none" strike="noStrike" baseline="0" dirty="0"/>
              <a:t>B</a:t>
            </a:r>
            <a:r>
              <a:rPr lang="en-US" sz="2400" b="0" i="0" u="none" strike="noStrike" baseline="0" dirty="0"/>
              <a:t>, it passes through and includes an infinite number of values along its path. </a:t>
            </a:r>
          </a:p>
          <a:p>
            <a:pPr marL="285750" indent="-285750" algn="just">
              <a:buFont typeface="Arial" panose="020B0604020202020204" pitchFamily="34" charset="0"/>
              <a:buChar char="•"/>
            </a:pPr>
            <a:r>
              <a:rPr lang="en-US" sz="2400" b="0" i="0" u="none" strike="noStrike" baseline="0" dirty="0"/>
              <a:t>A </a:t>
            </a:r>
            <a:r>
              <a:rPr lang="en-US" sz="2400" b="1" i="0" u="none" strike="noStrike" baseline="0" dirty="0"/>
              <a:t>digital signal, </a:t>
            </a:r>
            <a:r>
              <a:rPr lang="en-US" sz="2400" b="0" i="0" u="none" strike="noStrike" baseline="0" dirty="0"/>
              <a:t>on the other hand, can have only a limited number of defined values. </a:t>
            </a:r>
          </a:p>
          <a:p>
            <a:pPr marL="285750" indent="-285750" algn="just">
              <a:buFont typeface="Arial" panose="020B0604020202020204" pitchFamily="34" charset="0"/>
              <a:buChar char="•"/>
            </a:pPr>
            <a:r>
              <a:rPr lang="en-US" sz="2400" b="0" i="0" u="none" strike="noStrike" baseline="0" dirty="0"/>
              <a:t>Although each value can be any number, it is often as simple as 1 and 0.</a:t>
            </a:r>
            <a:endParaRPr lang="en-IN" sz="2400" dirty="0"/>
          </a:p>
        </p:txBody>
      </p:sp>
    </p:spTree>
    <p:extLst>
      <p:ext uri="{BB962C8B-B14F-4D97-AF65-F5344CB8AC3E}">
        <p14:creationId xmlns:p14="http://schemas.microsoft.com/office/powerpoint/2010/main" xmlns="" val="42125499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solidFill>
                  <a:schemeClr val="tx1"/>
                </a:solidFill>
              </a:rPr>
              <a:t>Analog Signal</a:t>
            </a:r>
            <a:endParaRPr lang="en-IN" dirty="0"/>
          </a:p>
        </p:txBody>
      </p:sp>
      <p:sp>
        <p:nvSpPr>
          <p:cNvPr id="10" name="Text Placeholder 9"/>
          <p:cNvSpPr>
            <a:spLocks noGrp="1"/>
          </p:cNvSpPr>
          <p:nvPr>
            <p:ph type="body" sz="quarter" idx="39"/>
          </p:nvPr>
        </p:nvSpPr>
        <p:spPr/>
        <p:txBody>
          <a:bodyPr/>
          <a:lstStyle/>
          <a:p>
            <a:endParaRPr lang="en-IN"/>
          </a:p>
        </p:txBody>
      </p:sp>
      <p:sp>
        <p:nvSpPr>
          <p:cNvPr id="11" name="Text Placeholder 10"/>
          <p:cNvSpPr>
            <a:spLocks noGrp="1"/>
          </p:cNvSpPr>
          <p:nvPr>
            <p:ph type="body" sz="quarter" idx="40"/>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11</a:t>
            </a:fld>
            <a:endParaRPr lang="en-US"/>
          </a:p>
        </p:txBody>
      </p:sp>
      <p:pic>
        <p:nvPicPr>
          <p:cNvPr id="12" name="Picture 2" descr=" A graph of value versus time shows a sine wave.">
            <a:extLst>
              <a:ext uri="{FF2B5EF4-FFF2-40B4-BE49-F238E27FC236}">
                <a16:creationId xmlns:a16="http://schemas.microsoft.com/office/drawing/2014/main" xmlns="" id="{7AB218FB-FF54-492C-9EE9-9455E6C97864}"/>
              </a:ext>
            </a:extLst>
          </p:cNvPr>
          <p:cNvPicPr>
            <a:picLocks noGrp="1" noChangeAspect="1" noChangeArrowheads="1"/>
          </p:cNvPicPr>
          <p:nvPr>
            <p:ph sz="quarter" idx="11"/>
          </p:nvPr>
        </p:nvPicPr>
        <p:blipFill>
          <a:blip r:embed="rId2"/>
          <a:stretch>
            <a:fillRect/>
          </a:stretch>
        </p:blipFill>
        <p:spPr bwMode="auto">
          <a:xfrm>
            <a:off x="393895" y="1252024"/>
            <a:ext cx="8342142" cy="448759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xmlns="" id="{7FAEA6A5-BBAD-4D40-8C38-B02CFBC8F971}"/>
              </a:ext>
            </a:extLst>
          </p:cNvPr>
          <p:cNvSpPr>
            <a:spLocks noGrp="1"/>
          </p:cNvSpPr>
          <p:nvPr>
            <p:ph sz="quarter" idx="11"/>
          </p:nvPr>
        </p:nvSpPr>
        <p:spPr>
          <a:xfrm>
            <a:off x="342899" y="665955"/>
            <a:ext cx="8505679" cy="5625207"/>
          </a:xfrm>
        </p:spPr>
        <p:txBody>
          <a:bodyPr/>
          <a:lstStyle/>
          <a:p>
            <a:pPr algn="just">
              <a:lnSpc>
                <a:spcPct val="150000"/>
              </a:lnSpc>
              <a:buFont typeface="Arial" pitchFamily="34" charset="0"/>
              <a:buChar char="•"/>
              <a:defRPr/>
            </a:pPr>
            <a:r>
              <a:rPr lang="en-IN" i="0" dirty="0" smtClean="0"/>
              <a:t>Periodic </a:t>
            </a:r>
            <a:r>
              <a:rPr lang="en-IN" i="0" dirty="0" err="1" smtClean="0"/>
              <a:t>analog</a:t>
            </a:r>
            <a:r>
              <a:rPr lang="en-IN" i="0" dirty="0" smtClean="0"/>
              <a:t> signals can be classified as simple or composite.</a:t>
            </a:r>
            <a:endParaRPr lang="en-US" altLang="en-US" b="1" i="0" dirty="0" smtClean="0">
              <a:solidFill>
                <a:schemeClr val="tx1"/>
              </a:solidFill>
            </a:endParaRPr>
          </a:p>
          <a:p>
            <a:pPr algn="just">
              <a:lnSpc>
                <a:spcPct val="150000"/>
              </a:lnSpc>
              <a:buFont typeface="Arial" pitchFamily="34" charset="0"/>
              <a:buChar char="•"/>
            </a:pPr>
            <a:r>
              <a:rPr lang="en-IN" i="0" dirty="0" smtClean="0"/>
              <a:t>A simple periodic </a:t>
            </a:r>
            <a:r>
              <a:rPr lang="en-IN" i="0" dirty="0" err="1" smtClean="0"/>
              <a:t>analog</a:t>
            </a:r>
            <a:r>
              <a:rPr lang="en-IN" i="0" dirty="0" smtClean="0"/>
              <a:t> signal, a </a:t>
            </a:r>
            <a:r>
              <a:rPr lang="en-IN" b="1" i="0" dirty="0" smtClean="0"/>
              <a:t>sine wave, cannot be decomposed into simpler signals.</a:t>
            </a:r>
          </a:p>
          <a:p>
            <a:pPr algn="just">
              <a:lnSpc>
                <a:spcPct val="150000"/>
              </a:lnSpc>
              <a:buFont typeface="Arial" pitchFamily="34" charset="0"/>
              <a:buChar char="•"/>
            </a:pPr>
            <a:r>
              <a:rPr lang="en-IN" i="0" dirty="0" smtClean="0"/>
              <a:t>A composite periodic </a:t>
            </a:r>
            <a:r>
              <a:rPr lang="en-IN" i="0" dirty="0" err="1" smtClean="0"/>
              <a:t>analog</a:t>
            </a:r>
            <a:r>
              <a:rPr lang="en-IN" i="0" dirty="0" smtClean="0"/>
              <a:t> signal is composed of multiple sine waves.</a:t>
            </a:r>
          </a:p>
          <a:p>
            <a:pPr algn="just">
              <a:lnSpc>
                <a:spcPct val="150000"/>
              </a:lnSpc>
              <a:buFont typeface="Arial" pitchFamily="34" charset="0"/>
              <a:buChar char="•"/>
            </a:pPr>
            <a:r>
              <a:rPr lang="en-IN" i="0" dirty="0" smtClean="0"/>
              <a:t>The sine wave is the most fundamental form of a periodic </a:t>
            </a:r>
            <a:r>
              <a:rPr lang="en-IN" i="0" dirty="0" err="1" smtClean="0"/>
              <a:t>analog</a:t>
            </a:r>
            <a:r>
              <a:rPr lang="en-IN" i="0" dirty="0" smtClean="0"/>
              <a:t> signal.</a:t>
            </a:r>
          </a:p>
          <a:p>
            <a:pPr algn="just">
              <a:lnSpc>
                <a:spcPct val="150000"/>
              </a:lnSpc>
              <a:buFont typeface="Arial" pitchFamily="34" charset="0"/>
              <a:buChar char="•"/>
            </a:pPr>
            <a:r>
              <a:rPr lang="en-IN" i="0" dirty="0" smtClean="0"/>
              <a:t>Figure in the next slide  shows a sine wave</a:t>
            </a:r>
            <a:endParaRPr lang="en-US" altLang="en-US" b="1" i="0" dirty="0" smtClean="0">
              <a:solidFill>
                <a:schemeClr val="tx1"/>
              </a:solidFill>
            </a:endParaRPr>
          </a:p>
          <a:p>
            <a:pPr>
              <a:defRPr/>
            </a:pPr>
            <a:r>
              <a:rPr lang="en-US" sz="2000" i="0" dirty="0">
                <a:solidFill>
                  <a:srgbClr val="000000"/>
                </a:solidFill>
              </a:rPr>
              <a:t/>
            </a:r>
            <a:br>
              <a:rPr lang="en-US" sz="2000" i="0" dirty="0">
                <a:solidFill>
                  <a:srgbClr val="000000"/>
                </a:solidFill>
              </a:rPr>
            </a:br>
            <a:endParaRPr lang="en-US" sz="2000" i="0" dirty="0">
              <a:solidFill>
                <a:srgbClr val="000000"/>
              </a:solidFill>
            </a:endParaRPr>
          </a:p>
          <a:p>
            <a:pPr lvl="0" algn="just">
              <a:defRPr/>
            </a:pPr>
            <a:endParaRPr lang="en-US" sz="2000" i="0" dirty="0">
              <a:solidFill>
                <a:srgbClr val="000000"/>
              </a:solidFill>
            </a:endParaRPr>
          </a:p>
          <a:p>
            <a:pPr>
              <a:defRPr/>
            </a:pPr>
            <a:endParaRPr lang="en-US" altLang="en-US" b="1" dirty="0">
              <a:solidFill>
                <a:schemeClr val="tx1"/>
              </a:solidFill>
            </a:endParaRPr>
          </a:p>
          <a:p>
            <a:pPr>
              <a:defRPr/>
            </a:pPr>
            <a:endParaRPr lang="en-US" sz="2000" dirty="0"/>
          </a:p>
        </p:txBody>
      </p:sp>
      <p:sp>
        <p:nvSpPr>
          <p:cNvPr id="4" name="Slide Number Placeholder 3">
            <a:extLst>
              <a:ext uri="{FF2B5EF4-FFF2-40B4-BE49-F238E27FC236}">
                <a16:creationId xmlns:a16="http://schemas.microsoft.com/office/drawing/2014/main" xmlns="" id="{406609ED-3F07-4501-94BB-CEE6A74EDF21}"/>
              </a:ext>
            </a:extLst>
          </p:cNvPr>
          <p:cNvSpPr>
            <a:spLocks noGrp="1"/>
          </p:cNvSpPr>
          <p:nvPr>
            <p:ph type="sldNum" sz="quarter" idx="10"/>
          </p:nvPr>
        </p:nvSpPr>
        <p:spPr/>
        <p:txBody>
          <a:bodyPr/>
          <a:lstStyle/>
          <a:p>
            <a:fld id="{68151E55-6873-49E2-B8D5-2F265E6F1973}" type="slidenum">
              <a:rPr lang="en-US" smtClean="0">
                <a:latin typeface="+mj-lt"/>
              </a:rPr>
              <a:pPr/>
              <a:t>12</a:t>
            </a:fld>
            <a:endParaRPr lang="en-US">
              <a:latin typeface="+mj-lt"/>
            </a:endParaRPr>
          </a:p>
        </p:txBody>
      </p:sp>
      <p:sp>
        <p:nvSpPr>
          <p:cNvPr id="9" name="Title 1">
            <a:extLst>
              <a:ext uri="{FF2B5EF4-FFF2-40B4-BE49-F238E27FC236}">
                <a16:creationId xmlns:a16="http://schemas.microsoft.com/office/drawing/2014/main" xmlns="" id="{9EADB8BE-C7B3-45FE-A0E7-4820C0ED3499}"/>
              </a:ext>
            </a:extLst>
          </p:cNvPr>
          <p:cNvSpPr txBox="1">
            <a:spLocks/>
          </p:cNvSpPr>
          <p:nvPr/>
        </p:nvSpPr>
        <p:spPr>
          <a:xfrm>
            <a:off x="443985" y="-12656"/>
            <a:ext cx="8458200" cy="67861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i="1" kern="1200">
                <a:solidFill>
                  <a:schemeClr val="tx2"/>
                </a:solidFill>
                <a:latin typeface="Times New Roman" panose="02020603050405020304" pitchFamily="18" charset="0"/>
                <a:ea typeface="+mj-ea"/>
                <a:cs typeface="Times New Roman" panose="02020603050405020304" pitchFamily="18" charset="0"/>
              </a:defRPr>
            </a:lvl1pPr>
          </a:lstStyle>
          <a:p>
            <a:r>
              <a:rPr lang="en-US" sz="3200" dirty="0">
                <a:solidFill>
                  <a:schemeClr val="tx1"/>
                </a:solidFill>
                <a:latin typeface="+mj-lt"/>
              </a:rPr>
              <a:t>Analog Signal</a:t>
            </a:r>
          </a:p>
        </p:txBody>
      </p:sp>
    </p:spTree>
    <p:extLst>
      <p:ext uri="{BB962C8B-B14F-4D97-AF65-F5344CB8AC3E}">
        <p14:creationId xmlns:p14="http://schemas.microsoft.com/office/powerpoint/2010/main" xmlns="" val="34738048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1"/>
                </a:solidFill>
              </a:rPr>
              <a:t>Analog Signal</a:t>
            </a:r>
            <a:br>
              <a:rPr lang="en-US" dirty="0" smtClean="0">
                <a:solidFill>
                  <a:schemeClr val="tx1"/>
                </a:solidFill>
              </a:rPr>
            </a:br>
            <a:endParaRPr lang="en-IN" dirty="0"/>
          </a:p>
        </p:txBody>
      </p:sp>
      <p:sp>
        <p:nvSpPr>
          <p:cNvPr id="4" name="Content Placeholder 3"/>
          <p:cNvSpPr>
            <a:spLocks noGrp="1"/>
          </p:cNvSpPr>
          <p:nvPr>
            <p:ph sz="quarter" idx="15"/>
          </p:nvPr>
        </p:nvSpPr>
        <p:spPr/>
        <p:txBody>
          <a:bodyPr/>
          <a:lstStyle/>
          <a:p>
            <a:pPr algn="just">
              <a:lnSpc>
                <a:spcPct val="150000"/>
              </a:lnSpc>
              <a:buFont typeface="Arial" pitchFamily="34" charset="0"/>
              <a:buChar char="•"/>
            </a:pPr>
            <a:r>
              <a:rPr lang="en-IN" i="0" dirty="0" smtClean="0"/>
              <a:t>A sine wave can be represented by three parameters: the peak amplitude, the frequency, and the phase.</a:t>
            </a:r>
          </a:p>
          <a:p>
            <a:pPr algn="just">
              <a:lnSpc>
                <a:spcPct val="150000"/>
              </a:lnSpc>
              <a:buFont typeface="Arial" pitchFamily="34" charset="0"/>
              <a:buChar char="•"/>
            </a:pPr>
            <a:r>
              <a:rPr lang="en-IN" i="0" dirty="0" smtClean="0"/>
              <a:t>These three parameters fully describe a sine wave.</a:t>
            </a:r>
            <a:endParaRPr lang="en-IN" i="0" dirty="0"/>
          </a:p>
        </p:txBody>
      </p:sp>
      <p:sp>
        <p:nvSpPr>
          <p:cNvPr id="5" name="Text Placeholder 4"/>
          <p:cNvSpPr>
            <a:spLocks noGrp="1"/>
          </p:cNvSpPr>
          <p:nvPr>
            <p:ph type="body" sz="quarter" idx="39"/>
          </p:nvPr>
        </p:nvSpPr>
        <p:spPr/>
        <p:txBody>
          <a:bodyPr/>
          <a:lstStyle/>
          <a:p>
            <a:endParaRPr lang="en-IN"/>
          </a:p>
        </p:txBody>
      </p:sp>
      <p:sp>
        <p:nvSpPr>
          <p:cNvPr id="6" name="Text Placeholder 5"/>
          <p:cNvSpPr>
            <a:spLocks noGrp="1"/>
          </p:cNvSpPr>
          <p:nvPr>
            <p:ph type="body" sz="quarter" idx="40"/>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13</a:t>
            </a:fld>
            <a:endParaRPr lang="en-US"/>
          </a:p>
        </p:txBody>
      </p:sp>
      <p:pic>
        <p:nvPicPr>
          <p:cNvPr id="2050" name="Picture 2"/>
          <p:cNvPicPr>
            <a:picLocks noGrp="1" noChangeAspect="1" noChangeArrowheads="1"/>
          </p:cNvPicPr>
          <p:nvPr>
            <p:ph sz="quarter" idx="11"/>
          </p:nvPr>
        </p:nvPicPr>
        <p:blipFill>
          <a:blip r:embed="rId2"/>
          <a:srcRect/>
          <a:stretch>
            <a:fillRect/>
          </a:stretch>
        </p:blipFill>
        <p:spPr bwMode="auto">
          <a:xfrm>
            <a:off x="703385" y="1209822"/>
            <a:ext cx="7863839" cy="1993754"/>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342900" y="304800"/>
            <a:ext cx="8458200" cy="482991"/>
          </a:xfrm>
        </p:spPr>
        <p:txBody>
          <a:bodyPr/>
          <a:lstStyle/>
          <a:p>
            <a:r>
              <a:rPr lang="en-US" dirty="0" smtClean="0">
                <a:solidFill>
                  <a:schemeClr val="tx1"/>
                </a:solidFill>
              </a:rPr>
              <a:t>Analog Signal</a:t>
            </a:r>
            <a:br>
              <a:rPr lang="en-US" dirty="0" smtClean="0">
                <a:solidFill>
                  <a:schemeClr val="tx1"/>
                </a:solidFill>
              </a:rPr>
            </a:br>
            <a:endParaRPr lang="en-IN" dirty="0"/>
          </a:p>
        </p:txBody>
      </p:sp>
      <p:sp>
        <p:nvSpPr>
          <p:cNvPr id="9" name="Content Placeholder 8"/>
          <p:cNvSpPr>
            <a:spLocks noGrp="1"/>
          </p:cNvSpPr>
          <p:nvPr>
            <p:ph sz="quarter" idx="11"/>
          </p:nvPr>
        </p:nvSpPr>
        <p:spPr>
          <a:xfrm>
            <a:off x="286629" y="756204"/>
            <a:ext cx="8458200" cy="2451228"/>
          </a:xfrm>
        </p:spPr>
        <p:txBody>
          <a:bodyPr/>
          <a:lstStyle/>
          <a:p>
            <a:pPr>
              <a:buFont typeface="Arial" pitchFamily="34" charset="0"/>
              <a:buChar char="•"/>
              <a:defRPr/>
            </a:pPr>
            <a:r>
              <a:rPr lang="en-US" altLang="en-US" sz="2800" i="0" dirty="0" smtClean="0">
                <a:solidFill>
                  <a:schemeClr val="tx1"/>
                </a:solidFill>
              </a:rPr>
              <a:t>Peak Amplitude</a:t>
            </a:r>
          </a:p>
          <a:p>
            <a:pPr lvl="2" algn="just">
              <a:lnSpc>
                <a:spcPct val="150000"/>
              </a:lnSpc>
              <a:buFont typeface="Wingdings" pitchFamily="2" charset="2"/>
              <a:buChar char="ü"/>
              <a:defRPr/>
            </a:pPr>
            <a:r>
              <a:rPr lang="en-US" sz="2400" i="0" dirty="0" smtClean="0"/>
              <a:t>The peak amplitude of a signal is the absolute value of its highest intensity.</a:t>
            </a:r>
          </a:p>
          <a:p>
            <a:pPr lvl="2" algn="just">
              <a:lnSpc>
                <a:spcPct val="150000"/>
              </a:lnSpc>
              <a:buFont typeface="Wingdings" pitchFamily="2" charset="2"/>
              <a:buChar char="ü"/>
              <a:defRPr/>
            </a:pPr>
            <a:r>
              <a:rPr lang="en-IN" sz="2400" i="0" dirty="0" smtClean="0"/>
              <a:t>Figure below shows two signals and their peak amplitudes.</a:t>
            </a:r>
            <a:endParaRPr lang="en-US" sz="2400" i="0" dirty="0" smtClean="0"/>
          </a:p>
          <a:p>
            <a:endParaRPr lang="en-IN" dirty="0"/>
          </a:p>
        </p:txBody>
      </p:sp>
      <p:sp>
        <p:nvSpPr>
          <p:cNvPr id="13" name="Text Placeholder 12"/>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14</a:t>
            </a:fld>
            <a:endParaRPr lang="en-US"/>
          </a:p>
        </p:txBody>
      </p:sp>
      <p:pic>
        <p:nvPicPr>
          <p:cNvPr id="3074" name="Picture 2"/>
          <p:cNvPicPr>
            <a:picLocks noGrp="1" noChangeAspect="1" noChangeArrowheads="1"/>
          </p:cNvPicPr>
          <p:nvPr>
            <p:ph sz="quarter" idx="15"/>
          </p:nvPr>
        </p:nvPicPr>
        <p:blipFill>
          <a:blip r:embed="rId2"/>
          <a:srcRect/>
          <a:stretch>
            <a:fillRect/>
          </a:stretch>
        </p:blipFill>
        <p:spPr bwMode="auto">
          <a:xfrm>
            <a:off x="647114" y="3334043"/>
            <a:ext cx="7934178" cy="3137095"/>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1"/>
                </a:solidFill>
              </a:rPr>
              <a:t>Analog Signal</a:t>
            </a:r>
            <a:br>
              <a:rPr lang="en-US" dirty="0" smtClean="0">
                <a:solidFill>
                  <a:schemeClr val="tx1"/>
                </a:solidFill>
              </a:rPr>
            </a:br>
            <a:endParaRPr lang="en-IN" dirty="0"/>
          </a:p>
        </p:txBody>
      </p:sp>
      <p:sp>
        <p:nvSpPr>
          <p:cNvPr id="3" name="Content Placeholder 2"/>
          <p:cNvSpPr>
            <a:spLocks noGrp="1"/>
          </p:cNvSpPr>
          <p:nvPr>
            <p:ph sz="quarter" idx="11"/>
          </p:nvPr>
        </p:nvSpPr>
        <p:spPr>
          <a:xfrm>
            <a:off x="385104" y="840612"/>
            <a:ext cx="8458200" cy="3070206"/>
          </a:xfrm>
        </p:spPr>
        <p:txBody>
          <a:bodyPr/>
          <a:lstStyle/>
          <a:p>
            <a:pPr algn="just">
              <a:lnSpc>
                <a:spcPct val="150000"/>
              </a:lnSpc>
              <a:buFont typeface="Arial" pitchFamily="34" charset="0"/>
              <a:buChar char="•"/>
              <a:defRPr/>
            </a:pPr>
            <a:r>
              <a:rPr lang="en-US" altLang="en-US" sz="2800" i="0" dirty="0" smtClean="0">
                <a:solidFill>
                  <a:schemeClr val="tx1"/>
                </a:solidFill>
              </a:rPr>
              <a:t>Period and Frequency</a:t>
            </a:r>
          </a:p>
          <a:p>
            <a:pPr lvl="2" algn="just">
              <a:lnSpc>
                <a:spcPct val="150000"/>
              </a:lnSpc>
              <a:buFont typeface="Wingdings" pitchFamily="2" charset="2"/>
              <a:buChar char="ü"/>
              <a:defRPr/>
            </a:pPr>
            <a:r>
              <a:rPr lang="en-US" sz="2400" i="0" dirty="0" smtClean="0">
                <a:solidFill>
                  <a:srgbClr val="000000"/>
                </a:solidFill>
              </a:rPr>
              <a:t>The period (T) refers to the amount of time, in seconds, that a </a:t>
            </a:r>
            <a:r>
              <a:rPr lang="en-US" sz="2400" b="1" i="0" dirty="0" smtClean="0">
                <a:solidFill>
                  <a:srgbClr val="000000"/>
                </a:solidFill>
              </a:rPr>
              <a:t>signal needs to complete one cycle</a:t>
            </a:r>
            <a:r>
              <a:rPr lang="en-US" sz="2400" i="0" dirty="0" smtClean="0">
                <a:solidFill>
                  <a:srgbClr val="000000"/>
                </a:solidFill>
              </a:rPr>
              <a:t>. </a:t>
            </a:r>
          </a:p>
          <a:p>
            <a:pPr lvl="0" algn="just">
              <a:lnSpc>
                <a:spcPct val="150000"/>
              </a:lnSpc>
              <a:buFont typeface="Arial" pitchFamily="34" charset="0"/>
              <a:buChar char="•"/>
              <a:defRPr/>
            </a:pPr>
            <a:r>
              <a:rPr lang="en-US" sz="2800" i="0" dirty="0" smtClean="0">
                <a:solidFill>
                  <a:srgbClr val="000000"/>
                </a:solidFill>
              </a:rPr>
              <a:t>The frequency (f), measured in Hertz (Hz), refers to the </a:t>
            </a:r>
            <a:r>
              <a:rPr lang="en-US" sz="2800" b="1" i="0" dirty="0" smtClean="0">
                <a:solidFill>
                  <a:srgbClr val="000000"/>
                </a:solidFill>
              </a:rPr>
              <a:t>number of periods </a:t>
            </a:r>
            <a:r>
              <a:rPr lang="en-US" sz="2800" i="0" dirty="0" smtClean="0">
                <a:solidFill>
                  <a:srgbClr val="000000"/>
                </a:solidFill>
              </a:rPr>
              <a:t>in one second. </a:t>
            </a:r>
          </a:p>
          <a:p>
            <a:pPr lvl="0">
              <a:buFont typeface="Arial" pitchFamily="34" charset="0"/>
              <a:buChar char="•"/>
              <a:defRPr/>
            </a:pPr>
            <a:endParaRPr lang="en-US" i="0" dirty="0" smtClean="0">
              <a:solidFill>
                <a:srgbClr val="000000"/>
              </a:solidFill>
            </a:endParaRPr>
          </a:p>
          <a:p>
            <a:endParaRPr lang="en-IN" dirty="0"/>
          </a:p>
        </p:txBody>
      </p:sp>
      <p:sp>
        <p:nvSpPr>
          <p:cNvPr id="4" name="Content Placeholder 3"/>
          <p:cNvSpPr>
            <a:spLocks noGrp="1"/>
          </p:cNvSpPr>
          <p:nvPr>
            <p:ph sz="quarter" idx="15"/>
          </p:nvPr>
        </p:nvSpPr>
        <p:spPr>
          <a:xfrm>
            <a:off x="342900" y="4248442"/>
            <a:ext cx="8458200" cy="2002603"/>
          </a:xfrm>
        </p:spPr>
        <p:txBody>
          <a:bodyPr/>
          <a:lstStyle/>
          <a:p>
            <a:pPr lvl="0" algn="just">
              <a:buFont typeface="Arial" pitchFamily="34" charset="0"/>
              <a:buChar char="•"/>
              <a:defRPr/>
            </a:pPr>
            <a:r>
              <a:rPr lang="en-US" sz="2800" i="0" dirty="0" smtClean="0">
                <a:solidFill>
                  <a:srgbClr val="000000"/>
                </a:solidFill>
              </a:rPr>
              <a:t>Period and frequency are inverse of each other, in other words.</a:t>
            </a:r>
          </a:p>
          <a:p>
            <a:pPr lvl="0" algn="ctr">
              <a:defRPr/>
            </a:pPr>
            <a:r>
              <a:rPr lang="en-US" sz="3200" dirty="0" smtClean="0">
                <a:solidFill>
                  <a:srgbClr val="000000"/>
                </a:solidFill>
              </a:rPr>
              <a:t>f = 1/ T</a:t>
            </a:r>
          </a:p>
          <a:p>
            <a:endParaRPr lang="en-IN" dirty="0"/>
          </a:p>
        </p:txBody>
      </p:sp>
      <p:sp>
        <p:nvSpPr>
          <p:cNvPr id="5" name="Text Placeholder 4"/>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solidFill>
                  <a:schemeClr val="tx1"/>
                </a:solidFill>
              </a:rPr>
              <a:t>Analog Signal</a:t>
            </a:r>
            <a:br>
              <a:rPr lang="en-US" dirty="0" smtClean="0">
                <a:solidFill>
                  <a:schemeClr val="tx1"/>
                </a:solidFill>
              </a:rPr>
            </a:br>
            <a:endParaRPr lang="en-IN" dirty="0"/>
          </a:p>
        </p:txBody>
      </p:sp>
      <p:sp>
        <p:nvSpPr>
          <p:cNvPr id="10" name="Text Placeholder 9"/>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16</a:t>
            </a:fld>
            <a:endParaRPr lang="en-US"/>
          </a:p>
        </p:txBody>
      </p:sp>
      <p:pic>
        <p:nvPicPr>
          <p:cNvPr id="4098" name="Picture 2"/>
          <p:cNvPicPr>
            <a:picLocks noGrp="1" noChangeAspect="1" noChangeArrowheads="1"/>
          </p:cNvPicPr>
          <p:nvPr>
            <p:ph sz="quarter" idx="11"/>
          </p:nvPr>
        </p:nvPicPr>
        <p:blipFill>
          <a:blip r:embed="rId2"/>
          <a:srcRect/>
          <a:stretch>
            <a:fillRect/>
          </a:stretch>
        </p:blipFill>
        <p:spPr bwMode="auto">
          <a:xfrm>
            <a:off x="829994" y="1364566"/>
            <a:ext cx="7371471" cy="4437746"/>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1"/>
                </a:solidFill>
              </a:rPr>
              <a:t>Analog Signal</a:t>
            </a:r>
            <a:br>
              <a:rPr lang="en-US" dirty="0" smtClean="0">
                <a:solidFill>
                  <a:schemeClr val="tx1"/>
                </a:solidFill>
              </a:rPr>
            </a:br>
            <a:endParaRPr lang="en-IN" dirty="0"/>
          </a:p>
        </p:txBody>
      </p:sp>
      <p:sp>
        <p:nvSpPr>
          <p:cNvPr id="3" name="Content Placeholder 2"/>
          <p:cNvSpPr>
            <a:spLocks noGrp="1"/>
          </p:cNvSpPr>
          <p:nvPr>
            <p:ph sz="quarter" idx="11"/>
          </p:nvPr>
        </p:nvSpPr>
        <p:spPr>
          <a:xfrm>
            <a:off x="328832" y="745588"/>
            <a:ext cx="8458200" cy="1856935"/>
          </a:xfrm>
        </p:spPr>
        <p:txBody>
          <a:bodyPr/>
          <a:lstStyle/>
          <a:p>
            <a:pPr algn="just">
              <a:lnSpc>
                <a:spcPct val="150000"/>
              </a:lnSpc>
              <a:buFont typeface="Arial" pitchFamily="34" charset="0"/>
              <a:buChar char="•"/>
            </a:pPr>
            <a:r>
              <a:rPr lang="en-IN" i="0" dirty="0" smtClean="0"/>
              <a:t>The term </a:t>
            </a:r>
            <a:r>
              <a:rPr lang="en-IN" b="1" i="0" dirty="0" smtClean="0"/>
              <a:t>phase, or phase shift</a:t>
            </a:r>
            <a:r>
              <a:rPr lang="en-IN" i="0" dirty="0" smtClean="0"/>
              <a:t>, describes the position of the waveform relative to time 0.</a:t>
            </a:r>
          </a:p>
          <a:p>
            <a:pPr algn="just">
              <a:lnSpc>
                <a:spcPct val="150000"/>
              </a:lnSpc>
              <a:buFont typeface="Arial" pitchFamily="34" charset="0"/>
              <a:buChar char="•"/>
            </a:pPr>
            <a:r>
              <a:rPr lang="en-IN" i="0" dirty="0" smtClean="0"/>
              <a:t>Phase is measured in degrees or radians</a:t>
            </a:r>
            <a:endParaRPr lang="en-IN" i="0" dirty="0"/>
          </a:p>
        </p:txBody>
      </p:sp>
      <p:sp>
        <p:nvSpPr>
          <p:cNvPr id="5" name="Text Placeholder 4"/>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17</a:t>
            </a:fld>
            <a:endParaRPr lang="en-US"/>
          </a:p>
        </p:txBody>
      </p:sp>
      <p:pic>
        <p:nvPicPr>
          <p:cNvPr id="5122" name="Picture 2"/>
          <p:cNvPicPr>
            <a:picLocks noGrp="1" noChangeAspect="1" noChangeArrowheads="1"/>
          </p:cNvPicPr>
          <p:nvPr>
            <p:ph sz="quarter" idx="15"/>
          </p:nvPr>
        </p:nvPicPr>
        <p:blipFill>
          <a:blip r:embed="rId2"/>
          <a:srcRect/>
          <a:stretch>
            <a:fillRect/>
          </a:stretch>
        </p:blipFill>
        <p:spPr bwMode="auto">
          <a:xfrm>
            <a:off x="703385" y="2700997"/>
            <a:ext cx="7891975" cy="3756074"/>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04801"/>
            <a:ext cx="8458200" cy="440788"/>
          </a:xfrm>
        </p:spPr>
        <p:txBody>
          <a:bodyPr/>
          <a:lstStyle/>
          <a:p>
            <a:r>
              <a:rPr lang="en-US" dirty="0">
                <a:solidFill>
                  <a:schemeClr val="tx1"/>
                </a:solidFill>
              </a:rPr>
              <a:t>Analog Signal</a:t>
            </a:r>
            <a:r>
              <a:rPr lang="en-US" sz="3200" dirty="0">
                <a:solidFill>
                  <a:schemeClr val="tx1"/>
                </a:solidFill>
              </a:rPr>
              <a:t/>
            </a:r>
            <a:br>
              <a:rPr lang="en-US" sz="3200" dirty="0">
                <a:solidFill>
                  <a:schemeClr val="tx1"/>
                </a:solidFill>
              </a:rPr>
            </a:br>
            <a:endParaRPr lang="en-IN" dirty="0"/>
          </a:p>
        </p:txBody>
      </p:sp>
      <p:sp>
        <p:nvSpPr>
          <p:cNvPr id="8" name="Content Placeholder 2">
            <a:extLst>
              <a:ext uri="{FF2B5EF4-FFF2-40B4-BE49-F238E27FC236}">
                <a16:creationId xmlns:a16="http://schemas.microsoft.com/office/drawing/2014/main" xmlns="" id="{7FAEA6A5-BBAD-4D40-8C38-B02CFBC8F971}"/>
              </a:ext>
            </a:extLst>
          </p:cNvPr>
          <p:cNvSpPr>
            <a:spLocks noGrp="1"/>
          </p:cNvSpPr>
          <p:nvPr>
            <p:ph sz="quarter" idx="11"/>
          </p:nvPr>
        </p:nvSpPr>
        <p:spPr>
          <a:xfrm>
            <a:off x="314765" y="685867"/>
            <a:ext cx="8458200" cy="2493431"/>
          </a:xfrm>
        </p:spPr>
        <p:txBody>
          <a:bodyPr/>
          <a:lstStyle/>
          <a:p>
            <a:pPr>
              <a:buFont typeface="Arial" pitchFamily="34" charset="0"/>
              <a:buChar char="•"/>
              <a:defRPr/>
            </a:pPr>
            <a:r>
              <a:rPr lang="en-US" altLang="en-US" i="0" dirty="0">
                <a:solidFill>
                  <a:schemeClr val="tx1"/>
                </a:solidFill>
              </a:rPr>
              <a:t>Time and Frequency Domain</a:t>
            </a:r>
          </a:p>
          <a:p>
            <a:pPr algn="just">
              <a:lnSpc>
                <a:spcPct val="150000"/>
              </a:lnSpc>
              <a:buFont typeface="Arial" pitchFamily="34" charset="0"/>
              <a:buChar char="•"/>
              <a:defRPr/>
            </a:pPr>
            <a:r>
              <a:rPr lang="en-US" sz="2000" dirty="0"/>
              <a:t>A sine waves is comprehensively defined by its </a:t>
            </a:r>
            <a:r>
              <a:rPr lang="en-US" sz="2000" dirty="0">
                <a:solidFill>
                  <a:srgbClr val="C00000"/>
                </a:solidFill>
              </a:rPr>
              <a:t>amplitude</a:t>
            </a:r>
            <a:r>
              <a:rPr lang="en-US" sz="2000" dirty="0"/>
              <a:t>, </a:t>
            </a:r>
            <a:r>
              <a:rPr lang="en-US" sz="2000" dirty="0">
                <a:solidFill>
                  <a:srgbClr val="C00000"/>
                </a:solidFill>
              </a:rPr>
              <a:t>frequency</a:t>
            </a:r>
            <a:r>
              <a:rPr lang="en-US" sz="2000" dirty="0"/>
              <a:t>, and </a:t>
            </a:r>
            <a:r>
              <a:rPr lang="en-US" sz="2000" dirty="0" smtClean="0">
                <a:solidFill>
                  <a:srgbClr val="C00000"/>
                </a:solidFill>
              </a:rPr>
              <a:t>phase</a:t>
            </a:r>
            <a:r>
              <a:rPr lang="en-US" sz="2000" dirty="0" smtClean="0"/>
              <a:t>.</a:t>
            </a:r>
          </a:p>
          <a:p>
            <a:pPr algn="just">
              <a:lnSpc>
                <a:spcPct val="150000"/>
              </a:lnSpc>
              <a:buFont typeface="Arial" pitchFamily="34" charset="0"/>
              <a:buChar char="•"/>
              <a:defRPr/>
            </a:pPr>
            <a:r>
              <a:rPr lang="en-US" sz="2000" dirty="0" smtClean="0"/>
              <a:t>This </a:t>
            </a:r>
            <a:r>
              <a:rPr lang="en-US" sz="2000" dirty="0"/>
              <a:t>can be done in both time and frequency domain</a:t>
            </a:r>
            <a:r>
              <a:rPr lang="en-US" sz="2000" dirty="0" smtClean="0"/>
              <a:t>.</a:t>
            </a:r>
          </a:p>
          <a:p>
            <a:pPr>
              <a:lnSpc>
                <a:spcPct val="150000"/>
              </a:lnSpc>
              <a:buFont typeface="Arial" pitchFamily="34" charset="0"/>
              <a:buChar char="•"/>
            </a:pPr>
            <a:r>
              <a:rPr lang="en-IN" sz="2000" i="0" dirty="0" smtClean="0"/>
              <a:t>A complete sine wave in the time domain can be represented by one single spike in the frequency domain.</a:t>
            </a:r>
            <a:endParaRPr lang="en-US" sz="2000" i="0" dirty="0"/>
          </a:p>
        </p:txBody>
      </p:sp>
      <p:sp>
        <p:nvSpPr>
          <p:cNvPr id="9" name="Text Placeholder 8"/>
          <p:cNvSpPr>
            <a:spLocks noGrp="1"/>
          </p:cNvSpPr>
          <p:nvPr>
            <p:ph type="body" sz="quarter" idx="39"/>
          </p:nvPr>
        </p:nvSpPr>
        <p:spPr/>
        <p:txBody>
          <a:bodyPr/>
          <a:lstStyle/>
          <a:p>
            <a:endParaRPr lang="en-IN"/>
          </a:p>
        </p:txBody>
      </p:sp>
      <p:sp>
        <p:nvSpPr>
          <p:cNvPr id="4" name="Slide Number Placeholder 3">
            <a:extLst>
              <a:ext uri="{FF2B5EF4-FFF2-40B4-BE49-F238E27FC236}">
                <a16:creationId xmlns:a16="http://schemas.microsoft.com/office/drawing/2014/main" xmlns="" id="{406609ED-3F07-4501-94BB-CEE6A74EDF21}"/>
              </a:ext>
            </a:extLst>
          </p:cNvPr>
          <p:cNvSpPr>
            <a:spLocks noGrp="1"/>
          </p:cNvSpPr>
          <p:nvPr>
            <p:ph type="sldNum" sz="quarter" idx="10"/>
          </p:nvPr>
        </p:nvSpPr>
        <p:spPr/>
        <p:txBody>
          <a:bodyPr/>
          <a:lstStyle/>
          <a:p>
            <a:fld id="{68151E55-6873-49E2-B8D5-2F265E6F1973}" type="slidenum">
              <a:rPr lang="en-US" smtClean="0">
                <a:latin typeface="+mj-lt"/>
              </a:rPr>
              <a:pPr/>
              <a:t>18</a:t>
            </a:fld>
            <a:endParaRPr lang="en-US">
              <a:latin typeface="+mj-lt"/>
            </a:endParaRPr>
          </a:p>
        </p:txBody>
      </p:sp>
      <p:sp>
        <p:nvSpPr>
          <p:cNvPr id="5" name="Title 1">
            <a:extLst>
              <a:ext uri="{FF2B5EF4-FFF2-40B4-BE49-F238E27FC236}">
                <a16:creationId xmlns:a16="http://schemas.microsoft.com/office/drawing/2014/main" xmlns="" id="{9EADB8BE-C7B3-45FE-A0E7-4820C0ED3499}"/>
              </a:ext>
            </a:extLst>
          </p:cNvPr>
          <p:cNvSpPr txBox="1">
            <a:spLocks/>
          </p:cNvSpPr>
          <p:nvPr/>
        </p:nvSpPr>
        <p:spPr>
          <a:xfrm>
            <a:off x="367152" y="93110"/>
            <a:ext cx="8458200" cy="67861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i="1" kern="1200">
                <a:solidFill>
                  <a:schemeClr val="tx2"/>
                </a:solidFill>
                <a:latin typeface="Times New Roman" panose="02020603050405020304" pitchFamily="18" charset="0"/>
                <a:ea typeface="+mj-ea"/>
                <a:cs typeface="Times New Roman" panose="02020603050405020304" pitchFamily="18" charset="0"/>
              </a:defRPr>
            </a:lvl1pPr>
          </a:lstStyle>
          <a:p>
            <a:endParaRPr lang="en-US" dirty="0">
              <a:solidFill>
                <a:schemeClr val="tx1"/>
              </a:solidFill>
              <a:latin typeface="+mj-lt"/>
            </a:endParaRPr>
          </a:p>
        </p:txBody>
      </p:sp>
      <p:pic>
        <p:nvPicPr>
          <p:cNvPr id="6146" name="Picture 2"/>
          <p:cNvPicPr>
            <a:picLocks noGrp="1" noChangeAspect="1" noChangeArrowheads="1"/>
          </p:cNvPicPr>
          <p:nvPr>
            <p:ph sz="quarter" idx="15"/>
          </p:nvPr>
        </p:nvPicPr>
        <p:blipFill>
          <a:blip r:embed="rId2"/>
          <a:srcRect/>
          <a:stretch>
            <a:fillRect/>
          </a:stretch>
        </p:blipFill>
        <p:spPr bwMode="auto">
          <a:xfrm>
            <a:off x="323557" y="3235569"/>
            <a:ext cx="8510953" cy="3305908"/>
          </a:xfrm>
          <a:prstGeom prst="rect">
            <a:avLst/>
          </a:prstGeom>
          <a:noFill/>
          <a:ln w="9525">
            <a:noFill/>
            <a:miter lim="800000"/>
            <a:headEnd/>
            <a:tailEnd/>
          </a:ln>
          <a:effectLst/>
        </p:spPr>
      </p:pic>
    </p:spTree>
    <p:extLst>
      <p:ext uri="{BB962C8B-B14F-4D97-AF65-F5344CB8AC3E}">
        <p14:creationId xmlns:p14="http://schemas.microsoft.com/office/powerpoint/2010/main" xmlns="" val="9851933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xmlns="" id="{7FAEA6A5-BBAD-4D40-8C38-B02CFBC8F971}"/>
              </a:ext>
            </a:extLst>
          </p:cNvPr>
          <p:cNvSpPr>
            <a:spLocks noGrp="1"/>
          </p:cNvSpPr>
          <p:nvPr>
            <p:ph sz="quarter" idx="11"/>
          </p:nvPr>
        </p:nvSpPr>
        <p:spPr>
          <a:xfrm>
            <a:off x="393895" y="895854"/>
            <a:ext cx="8401546" cy="5772232"/>
          </a:xfrm>
        </p:spPr>
        <p:txBody>
          <a:bodyPr/>
          <a:lstStyle/>
          <a:p>
            <a:pPr>
              <a:spcBef>
                <a:spcPts val="600"/>
              </a:spcBef>
              <a:spcAft>
                <a:spcPts val="1200"/>
              </a:spcAft>
              <a:buFont typeface="Arial" pitchFamily="34" charset="0"/>
              <a:buChar char="•"/>
              <a:defRPr/>
            </a:pPr>
            <a:r>
              <a:rPr lang="en-US" altLang="en-US" i="0" dirty="0">
                <a:solidFill>
                  <a:schemeClr val="tx1"/>
                </a:solidFill>
              </a:rPr>
              <a:t>Composite Signal</a:t>
            </a:r>
            <a:endParaRPr lang="en-US" i="0" dirty="0"/>
          </a:p>
          <a:p>
            <a:pPr marL="687388" lvl="1" algn="just">
              <a:spcBef>
                <a:spcPts val="600"/>
              </a:spcBef>
              <a:spcAft>
                <a:spcPts val="1200"/>
              </a:spcAft>
              <a:buFont typeface="Wingdings" pitchFamily="2" charset="2"/>
              <a:buChar char="ü"/>
              <a:defRPr/>
            </a:pPr>
            <a:r>
              <a:rPr lang="en-US" i="0" dirty="0" smtClean="0"/>
              <a:t>A </a:t>
            </a:r>
            <a:r>
              <a:rPr lang="en-US" i="0" dirty="0"/>
              <a:t>composite signal is made of many simple sine waves</a:t>
            </a:r>
            <a:r>
              <a:rPr lang="en-US" i="0" dirty="0" smtClean="0"/>
              <a:t>.</a:t>
            </a:r>
          </a:p>
          <a:p>
            <a:pPr marL="687388" lvl="1" algn="just">
              <a:spcBef>
                <a:spcPts val="600"/>
              </a:spcBef>
              <a:spcAft>
                <a:spcPts val="1200"/>
              </a:spcAft>
              <a:buFont typeface="Wingdings" pitchFamily="2" charset="2"/>
              <a:buChar char="ü"/>
              <a:defRPr/>
            </a:pPr>
            <a:r>
              <a:rPr lang="en-IN" i="0" dirty="0" smtClean="0"/>
              <a:t>A single-frequency sine wave is not useful in data communications</a:t>
            </a:r>
          </a:p>
          <a:p>
            <a:pPr marL="687388" lvl="1" algn="just">
              <a:spcBef>
                <a:spcPts val="600"/>
              </a:spcBef>
              <a:spcAft>
                <a:spcPts val="1200"/>
              </a:spcAft>
              <a:buFont typeface="Wingdings" pitchFamily="2" charset="2"/>
              <a:buChar char="ü"/>
              <a:defRPr/>
            </a:pPr>
            <a:r>
              <a:rPr lang="it-IT" i="0" dirty="0" smtClean="0"/>
              <a:t>A composite signal is needed in data communication.</a:t>
            </a:r>
            <a:endParaRPr lang="en-US" i="0" dirty="0"/>
          </a:p>
          <a:p>
            <a:pPr marL="342900" indent="-342900" algn="just">
              <a:spcBef>
                <a:spcPts val="600"/>
              </a:spcBef>
              <a:spcAft>
                <a:spcPts val="1200"/>
              </a:spcAft>
              <a:buFont typeface="Arial" panose="020B0604020202020204" pitchFamily="34" charset="0"/>
              <a:buChar char="•"/>
              <a:defRPr/>
            </a:pPr>
            <a:r>
              <a:rPr lang="en-US" i="0" dirty="0" smtClean="0"/>
              <a:t>Bandwidth</a:t>
            </a:r>
          </a:p>
          <a:p>
            <a:pPr marL="687388" lvl="1" algn="just">
              <a:lnSpc>
                <a:spcPct val="150000"/>
              </a:lnSpc>
              <a:spcBef>
                <a:spcPts val="600"/>
              </a:spcBef>
              <a:spcAft>
                <a:spcPts val="1200"/>
              </a:spcAft>
              <a:buFont typeface="Wingdings" pitchFamily="2" charset="2"/>
              <a:buChar char="ü"/>
              <a:defRPr/>
            </a:pPr>
            <a:r>
              <a:rPr lang="en-US" i="0" dirty="0" smtClean="0"/>
              <a:t>The </a:t>
            </a:r>
            <a:r>
              <a:rPr lang="en-US" i="0" dirty="0"/>
              <a:t>range of frequencies contained in a composite signal is its bandwidth. </a:t>
            </a:r>
            <a:endParaRPr lang="en-US" i="0" dirty="0" smtClean="0"/>
          </a:p>
          <a:p>
            <a:pPr marL="687388" lvl="1" algn="just">
              <a:lnSpc>
                <a:spcPct val="150000"/>
              </a:lnSpc>
              <a:spcBef>
                <a:spcPts val="600"/>
              </a:spcBef>
              <a:spcAft>
                <a:spcPts val="1200"/>
              </a:spcAft>
              <a:buFont typeface="Wingdings" pitchFamily="2" charset="2"/>
              <a:buChar char="ü"/>
              <a:defRPr/>
            </a:pPr>
            <a:r>
              <a:rPr lang="en-US" i="0" dirty="0" smtClean="0"/>
              <a:t>The </a:t>
            </a:r>
            <a:r>
              <a:rPr lang="en-US" i="0" dirty="0"/>
              <a:t>bandwidth of a signal is the difference between the lowest and highest frequencies in the signal.</a:t>
            </a:r>
          </a:p>
        </p:txBody>
      </p:sp>
      <p:sp>
        <p:nvSpPr>
          <p:cNvPr id="2" name="Slide Number Placeholder 3">
            <a:extLst>
              <a:ext uri="{FF2B5EF4-FFF2-40B4-BE49-F238E27FC236}">
                <a16:creationId xmlns:a16="http://schemas.microsoft.com/office/drawing/2014/main" xmlns="" id="{517572FC-87DC-4A2A-BEA1-F3CF5CDDF58B}"/>
              </a:ext>
            </a:extLst>
          </p:cNvPr>
          <p:cNvSpPr>
            <a:spLocks noGrp="1"/>
          </p:cNvSpPr>
          <p:nvPr>
            <p:ph type="sldNum" sz="quarter" idx="10"/>
          </p:nvPr>
        </p:nvSpPr>
        <p:spPr/>
        <p:txBody>
          <a:bodyPr/>
          <a:lstStyle/>
          <a:p>
            <a:fld id="{68151E55-6873-49E2-B8D5-2F265E6F1973}" type="slidenum">
              <a:rPr lang="en-US" smtClean="0">
                <a:latin typeface="+mj-lt"/>
              </a:rPr>
              <a:pPr/>
              <a:t>19</a:t>
            </a:fld>
            <a:endParaRPr lang="en-US">
              <a:latin typeface="+mj-lt"/>
            </a:endParaRPr>
          </a:p>
        </p:txBody>
      </p:sp>
      <p:sp>
        <p:nvSpPr>
          <p:cNvPr id="5" name="Title 1">
            <a:extLst>
              <a:ext uri="{FF2B5EF4-FFF2-40B4-BE49-F238E27FC236}">
                <a16:creationId xmlns:a16="http://schemas.microsoft.com/office/drawing/2014/main" xmlns="" id="{9EADB8BE-C7B3-45FE-A0E7-4820C0ED3499}"/>
              </a:ext>
            </a:extLst>
          </p:cNvPr>
          <p:cNvSpPr txBox="1">
            <a:spLocks/>
          </p:cNvSpPr>
          <p:nvPr/>
        </p:nvSpPr>
        <p:spPr>
          <a:xfrm>
            <a:off x="207831" y="96979"/>
            <a:ext cx="8458200" cy="591612"/>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i="1" kern="1200">
                <a:solidFill>
                  <a:schemeClr val="tx2"/>
                </a:solidFill>
                <a:latin typeface="Times New Roman" panose="02020603050405020304" pitchFamily="18" charset="0"/>
                <a:ea typeface="+mj-ea"/>
                <a:cs typeface="Times New Roman" panose="02020603050405020304" pitchFamily="18" charset="0"/>
              </a:defRPr>
            </a:lvl1pPr>
          </a:lstStyle>
          <a:p>
            <a:r>
              <a:rPr lang="en-US" sz="2800" dirty="0">
                <a:solidFill>
                  <a:schemeClr val="tx1"/>
                </a:solidFill>
                <a:latin typeface="+mj-lt"/>
              </a:rPr>
              <a:t>Analog Signal</a:t>
            </a:r>
          </a:p>
        </p:txBody>
      </p:sp>
    </p:spTree>
    <p:extLst>
      <p:ext uri="{BB962C8B-B14F-4D97-AF65-F5344CB8AC3E}">
        <p14:creationId xmlns:p14="http://schemas.microsoft.com/office/powerpoint/2010/main" xmlns="" val="3636335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1"/>
                </a:solidFill>
              </a:rPr>
              <a:t>Analog Signal</a:t>
            </a:r>
            <a:br>
              <a:rPr lang="en-US" dirty="0" smtClean="0">
                <a:solidFill>
                  <a:schemeClr val="tx1"/>
                </a:solidFill>
              </a:rPr>
            </a:br>
            <a:endParaRPr lang="en-IN" dirty="0"/>
          </a:p>
        </p:txBody>
      </p:sp>
      <p:sp>
        <p:nvSpPr>
          <p:cNvPr id="3" name="Content Placeholder 2"/>
          <p:cNvSpPr>
            <a:spLocks noGrp="1"/>
          </p:cNvSpPr>
          <p:nvPr>
            <p:ph sz="quarter" idx="11"/>
          </p:nvPr>
        </p:nvSpPr>
        <p:spPr>
          <a:xfrm>
            <a:off x="314764" y="939085"/>
            <a:ext cx="8458200" cy="1325813"/>
          </a:xfrm>
        </p:spPr>
        <p:txBody>
          <a:bodyPr/>
          <a:lstStyle/>
          <a:p>
            <a:pPr algn="just">
              <a:lnSpc>
                <a:spcPct val="150000"/>
              </a:lnSpc>
              <a:buFont typeface="Arial" pitchFamily="34" charset="0"/>
              <a:buChar char="•"/>
            </a:pPr>
            <a:r>
              <a:rPr lang="en-IN" i="0" dirty="0" smtClean="0"/>
              <a:t>For example, if a composite signal contains frequencies between 1000 and 5000, its bandwidth is 5000 − 1000, or 4000.</a:t>
            </a:r>
            <a:endParaRPr lang="en-IN" i="0" dirty="0"/>
          </a:p>
        </p:txBody>
      </p:sp>
      <p:sp>
        <p:nvSpPr>
          <p:cNvPr id="5" name="Text Placeholder 4"/>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20</a:t>
            </a:fld>
            <a:endParaRPr lang="en-US"/>
          </a:p>
        </p:txBody>
      </p:sp>
      <p:pic>
        <p:nvPicPr>
          <p:cNvPr id="7170" name="Picture 2"/>
          <p:cNvPicPr>
            <a:picLocks noGrp="1" noChangeAspect="1" noChangeArrowheads="1"/>
          </p:cNvPicPr>
          <p:nvPr>
            <p:ph sz="quarter" idx="15"/>
          </p:nvPr>
        </p:nvPicPr>
        <p:blipFill>
          <a:blip r:embed="rId2"/>
          <a:srcRect/>
          <a:stretch>
            <a:fillRect/>
          </a:stretch>
        </p:blipFill>
        <p:spPr bwMode="auto">
          <a:xfrm>
            <a:off x="520505" y="2194560"/>
            <a:ext cx="8384344" cy="4248443"/>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Two graphs of amplitude versus time show a digital signal with two levels and a digital signal with four levels.">
            <a:extLst>
              <a:ext uri="{FF2B5EF4-FFF2-40B4-BE49-F238E27FC236}">
                <a16:creationId xmlns:a16="http://schemas.microsoft.com/office/drawing/2014/main" xmlns="" id="{B440FC50-58EC-49A2-816B-67DC5B91D904}"/>
              </a:ext>
            </a:extLst>
          </p:cNvPr>
          <p:cNvPicPr>
            <a:picLocks noChangeAspect="1" noChangeArrowheads="1"/>
          </p:cNvPicPr>
          <p:nvPr/>
        </p:nvPicPr>
        <p:blipFill>
          <a:blip r:embed="rId2"/>
          <a:stretch>
            <a:fillRect/>
          </a:stretch>
        </p:blipFill>
        <p:spPr bwMode="auto">
          <a:xfrm>
            <a:off x="528928" y="3429000"/>
            <a:ext cx="8229600" cy="292414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7" name="Title 1">
            <a:extLst>
              <a:ext uri="{FF2B5EF4-FFF2-40B4-BE49-F238E27FC236}">
                <a16:creationId xmlns:a16="http://schemas.microsoft.com/office/drawing/2014/main" xmlns="" id="{9EADB8BE-C7B3-45FE-A0E7-4820C0ED3499}"/>
              </a:ext>
            </a:extLst>
          </p:cNvPr>
          <p:cNvSpPr>
            <a:spLocks noGrp="1"/>
          </p:cNvSpPr>
          <p:nvPr>
            <p:ph type="title"/>
          </p:nvPr>
        </p:nvSpPr>
        <p:spPr>
          <a:xfrm>
            <a:off x="414628" y="108761"/>
            <a:ext cx="8458200" cy="678611"/>
          </a:xfrm>
        </p:spPr>
        <p:txBody>
          <a:bodyPr/>
          <a:lstStyle/>
          <a:p>
            <a:r>
              <a:rPr lang="en-US" altLang="en-US" sz="2800" dirty="0">
                <a:solidFill>
                  <a:schemeClr val="tx1"/>
                </a:solidFill>
                <a:latin typeface="+mj-lt"/>
              </a:rPr>
              <a:t>Digital Signal</a:t>
            </a:r>
          </a:p>
        </p:txBody>
      </p:sp>
      <p:sp>
        <p:nvSpPr>
          <p:cNvPr id="8" name="Content Placeholder 2">
            <a:extLst>
              <a:ext uri="{FF2B5EF4-FFF2-40B4-BE49-F238E27FC236}">
                <a16:creationId xmlns:a16="http://schemas.microsoft.com/office/drawing/2014/main" xmlns="" id="{7FAEA6A5-BBAD-4D40-8C38-B02CFBC8F971}"/>
              </a:ext>
            </a:extLst>
          </p:cNvPr>
          <p:cNvSpPr>
            <a:spLocks noGrp="1"/>
          </p:cNvSpPr>
          <p:nvPr>
            <p:ph sz="quarter" idx="11"/>
          </p:nvPr>
        </p:nvSpPr>
        <p:spPr>
          <a:xfrm>
            <a:off x="385472" y="659433"/>
            <a:ext cx="8640505" cy="5858100"/>
          </a:xfrm>
        </p:spPr>
        <p:txBody>
          <a:bodyPr/>
          <a:lstStyle/>
          <a:p>
            <a:pPr algn="just">
              <a:buFont typeface="Arial" pitchFamily="34" charset="0"/>
              <a:buChar char="•"/>
              <a:defRPr/>
            </a:pPr>
            <a:r>
              <a:rPr lang="en-US" sz="2800" i="0" dirty="0"/>
              <a:t>Information can also be represented by a digital signal. </a:t>
            </a:r>
          </a:p>
          <a:p>
            <a:pPr algn="just">
              <a:buFont typeface="Arial" pitchFamily="34" charset="0"/>
              <a:buChar char="•"/>
              <a:defRPr/>
            </a:pPr>
            <a:r>
              <a:rPr lang="en-US" sz="2800" i="0" dirty="0"/>
              <a:t>For example, a value 1 can be encoded as a positive voltage and a value 0 as zero voltage. </a:t>
            </a:r>
          </a:p>
          <a:p>
            <a:pPr algn="just">
              <a:buFont typeface="Arial" pitchFamily="34" charset="0"/>
              <a:buChar char="•"/>
              <a:defRPr/>
            </a:pPr>
            <a:r>
              <a:rPr lang="en-US" sz="2800" i="0" dirty="0"/>
              <a:t>A digital signal can have more than two levels. In this case, we can send more than 1 bit for each level. </a:t>
            </a:r>
          </a:p>
          <a:p>
            <a:pPr algn="just">
              <a:defRPr/>
            </a:pPr>
            <a:endParaRPr lang="en-US" dirty="0"/>
          </a:p>
          <a:p>
            <a:pPr algn="just">
              <a:defRPr/>
            </a:pPr>
            <a:endParaRPr lang="en-US" dirty="0"/>
          </a:p>
        </p:txBody>
      </p:sp>
      <p:sp>
        <p:nvSpPr>
          <p:cNvPr id="2" name="Slide Number Placeholder 3">
            <a:extLst>
              <a:ext uri="{FF2B5EF4-FFF2-40B4-BE49-F238E27FC236}">
                <a16:creationId xmlns:a16="http://schemas.microsoft.com/office/drawing/2014/main" xmlns="" id="{517572FC-87DC-4A2A-BEA1-F3CF5CDDF58B}"/>
              </a:ext>
            </a:extLst>
          </p:cNvPr>
          <p:cNvSpPr>
            <a:spLocks noGrp="1"/>
          </p:cNvSpPr>
          <p:nvPr>
            <p:ph type="sldNum" sz="quarter" idx="10"/>
          </p:nvPr>
        </p:nvSpPr>
        <p:spPr/>
        <p:txBody>
          <a:bodyPr/>
          <a:lstStyle/>
          <a:p>
            <a:fld id="{68151E55-6873-49E2-B8D5-2F265E6F1973}" type="slidenum">
              <a:rPr lang="en-US" smtClean="0">
                <a:latin typeface="+mj-lt"/>
              </a:rPr>
              <a:pPr/>
              <a:t>21</a:t>
            </a:fld>
            <a:endParaRPr lang="en-US">
              <a:latin typeface="+mj-lt"/>
            </a:endParaRPr>
          </a:p>
        </p:txBody>
      </p:sp>
    </p:spTree>
    <p:extLst>
      <p:ext uri="{BB962C8B-B14F-4D97-AF65-F5344CB8AC3E}">
        <p14:creationId xmlns:p14="http://schemas.microsoft.com/office/powerpoint/2010/main" xmlns="" val="40284349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3">
            <a:extLst>
              <a:ext uri="{FF2B5EF4-FFF2-40B4-BE49-F238E27FC236}">
                <a16:creationId xmlns:a16="http://schemas.microsoft.com/office/drawing/2014/main" xmlns="" id="{B9787899-9B53-405A-89AD-753313459F76}"/>
              </a:ext>
            </a:extLst>
          </p:cNvPr>
          <p:cNvSpPr txBox="1">
            <a:spLocks/>
          </p:cNvSpPr>
          <p:nvPr/>
        </p:nvSpPr>
        <p:spPr>
          <a:xfrm>
            <a:off x="1076327" y="5697752"/>
            <a:ext cx="7026729" cy="426251"/>
          </a:xfrm>
          <a:prstGeom prst="rect">
            <a:avLst/>
          </a:prstGeom>
          <a:solidFill>
            <a:srgbClr val="DBDBDB"/>
          </a:solidFill>
        </p:spPr>
        <p:txBody>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i="1" kern="1200">
                <a:solidFill>
                  <a:schemeClr val="tx2"/>
                </a:solidFill>
                <a:latin typeface="Times New Roman" panose="02020603050405020304" pitchFamily="18" charset="0"/>
                <a:ea typeface="+mn-ea"/>
                <a:cs typeface="Times New Roman" panose="02020603050405020304" pitchFamily="18"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i="1" kern="1200">
                <a:solidFill>
                  <a:schemeClr val="tx2"/>
                </a:solidFill>
                <a:latin typeface="Times New Roman" panose="02020603050405020304" pitchFamily="18" charset="0"/>
                <a:ea typeface="+mn-ea"/>
                <a:cs typeface="Times New Roman" panose="02020603050405020304" pitchFamily="18"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i="1" kern="1200">
                <a:solidFill>
                  <a:schemeClr val="tx2"/>
                </a:solidFill>
                <a:latin typeface="Times New Roman" panose="02020603050405020304" pitchFamily="18" charset="0"/>
                <a:ea typeface="+mn-ea"/>
                <a:cs typeface="Times New Roman" panose="02020603050405020304" pitchFamily="18"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i="0" dirty="0">
                <a:latin typeface="+mj-lt"/>
              </a:rPr>
              <a:t> 100 * 24 * 80 * 8 = 1,536,000 bps = 1.536 Mbps</a:t>
            </a:r>
          </a:p>
        </p:txBody>
      </p:sp>
      <p:sp>
        <p:nvSpPr>
          <p:cNvPr id="8" name="Content Placeholder 2">
            <a:extLst>
              <a:ext uri="{FF2B5EF4-FFF2-40B4-BE49-F238E27FC236}">
                <a16:creationId xmlns:a16="http://schemas.microsoft.com/office/drawing/2014/main" xmlns="" id="{7FAEA6A5-BBAD-4D40-8C38-B02CFBC8F971}"/>
              </a:ext>
            </a:extLst>
          </p:cNvPr>
          <p:cNvSpPr>
            <a:spLocks noGrp="1"/>
          </p:cNvSpPr>
          <p:nvPr>
            <p:ph sz="quarter" idx="11"/>
          </p:nvPr>
        </p:nvSpPr>
        <p:spPr>
          <a:xfrm>
            <a:off x="197622" y="722734"/>
            <a:ext cx="8660372" cy="5706201"/>
          </a:xfrm>
        </p:spPr>
        <p:txBody>
          <a:bodyPr/>
          <a:lstStyle/>
          <a:p>
            <a:pPr algn="just">
              <a:buFont typeface="Arial" pitchFamily="34" charset="0"/>
              <a:buChar char="•"/>
            </a:pPr>
            <a:r>
              <a:rPr lang="en-IN" i="0" dirty="0" smtClean="0"/>
              <a:t>In general, if a signal has L levels, each level needs log</a:t>
            </a:r>
            <a:r>
              <a:rPr lang="en-IN" i="0" baseline="-25000" dirty="0" smtClean="0"/>
              <a:t>2</a:t>
            </a:r>
            <a:r>
              <a:rPr lang="en-IN" i="0" dirty="0" smtClean="0"/>
              <a:t> L bits. </a:t>
            </a:r>
          </a:p>
          <a:p>
            <a:pPr algn="just">
              <a:buFont typeface="Arial" pitchFamily="34" charset="0"/>
              <a:buChar char="•"/>
            </a:pPr>
            <a:r>
              <a:rPr lang="en-IN" i="0" dirty="0" smtClean="0"/>
              <a:t>For this reason, we can send log</a:t>
            </a:r>
            <a:r>
              <a:rPr lang="en-IN" i="0" baseline="-25000" dirty="0" smtClean="0"/>
              <a:t>2</a:t>
            </a:r>
            <a:r>
              <a:rPr lang="en-IN" i="0" dirty="0" smtClean="0"/>
              <a:t>4 = 2 bits in part b.</a:t>
            </a:r>
            <a:endParaRPr lang="en-US" altLang="en-US" b="1" i="0" dirty="0" smtClean="0">
              <a:solidFill>
                <a:schemeClr val="tx1"/>
              </a:solidFill>
            </a:endParaRPr>
          </a:p>
          <a:p>
            <a:pPr>
              <a:buFont typeface="Arial" pitchFamily="34" charset="0"/>
              <a:buChar char="•"/>
              <a:defRPr/>
            </a:pPr>
            <a:r>
              <a:rPr lang="en-US" altLang="en-US" b="1" dirty="0" smtClean="0">
                <a:solidFill>
                  <a:schemeClr val="tx1"/>
                </a:solidFill>
              </a:rPr>
              <a:t>Bit </a:t>
            </a:r>
            <a:r>
              <a:rPr lang="en-US" altLang="en-US" b="1" dirty="0">
                <a:solidFill>
                  <a:schemeClr val="tx1"/>
                </a:solidFill>
              </a:rPr>
              <a:t>Rate </a:t>
            </a:r>
          </a:p>
          <a:p>
            <a:pPr algn="just">
              <a:buFont typeface="Arial" pitchFamily="34" charset="0"/>
              <a:buChar char="•"/>
              <a:defRPr/>
            </a:pPr>
            <a:r>
              <a:rPr lang="en-US" i="0" dirty="0"/>
              <a:t>Most digital </a:t>
            </a:r>
            <a:r>
              <a:rPr lang="en-US" i="0" dirty="0" smtClean="0"/>
              <a:t>signals </a:t>
            </a:r>
            <a:r>
              <a:rPr lang="en-US" i="0" dirty="0"/>
              <a:t>are </a:t>
            </a:r>
            <a:r>
              <a:rPr lang="en-US" b="1" i="0" dirty="0"/>
              <a:t>nonperiodic</a:t>
            </a:r>
            <a:r>
              <a:rPr lang="en-US" i="0" dirty="0"/>
              <a:t>, and thus period and frequency are not appropriate characteristics. </a:t>
            </a:r>
          </a:p>
          <a:p>
            <a:pPr algn="just">
              <a:buFont typeface="Arial" pitchFamily="34" charset="0"/>
              <a:buChar char="•"/>
              <a:defRPr/>
            </a:pPr>
            <a:r>
              <a:rPr lang="en-US" i="0" dirty="0"/>
              <a:t>Another term-bit rate (instead of frequency) is used. </a:t>
            </a:r>
          </a:p>
          <a:p>
            <a:pPr algn="just">
              <a:buFont typeface="Arial" pitchFamily="34" charset="0"/>
              <a:buChar char="•"/>
              <a:defRPr/>
            </a:pPr>
            <a:r>
              <a:rPr lang="en-US" i="0" dirty="0"/>
              <a:t>The </a:t>
            </a:r>
            <a:r>
              <a:rPr lang="en-US" b="1" i="0" dirty="0"/>
              <a:t>bit rate </a:t>
            </a:r>
            <a:r>
              <a:rPr lang="en-US" i="0" dirty="0"/>
              <a:t>is the number of bits sent in 1 second.</a:t>
            </a:r>
          </a:p>
          <a:p>
            <a:pPr algn="just">
              <a:defRPr/>
            </a:pPr>
            <a:r>
              <a:rPr lang="en-US" altLang="en-US" b="1" dirty="0" smtClean="0">
                <a:solidFill>
                  <a:schemeClr val="tx1"/>
                </a:solidFill>
              </a:rPr>
              <a:t>Example- </a:t>
            </a:r>
            <a:r>
              <a:rPr lang="en-US" i="0" dirty="0" smtClean="0"/>
              <a:t>Assume we have downloaded text documentation at the rate of 100 pages per minute. A page is an average of 24 lines with 80 characters per line. If we assume that one character requires 8 bits, the bit rate is:</a:t>
            </a:r>
          </a:p>
          <a:p>
            <a:pPr algn="just">
              <a:defRPr/>
            </a:pPr>
            <a:endParaRPr lang="en-US" i="0" dirty="0"/>
          </a:p>
          <a:p>
            <a:pPr algn="just">
              <a:defRPr/>
            </a:pPr>
            <a:endParaRPr lang="en-US" i="0" dirty="0"/>
          </a:p>
          <a:p>
            <a:pPr algn="just">
              <a:defRPr/>
            </a:pPr>
            <a:endParaRPr lang="en-US" i="0" dirty="0"/>
          </a:p>
          <a:p>
            <a:pPr algn="just">
              <a:defRPr/>
            </a:pPr>
            <a:endParaRPr lang="en-US" dirty="0"/>
          </a:p>
        </p:txBody>
      </p:sp>
      <p:sp>
        <p:nvSpPr>
          <p:cNvPr id="2" name="Slide Number Placeholder 3">
            <a:extLst>
              <a:ext uri="{FF2B5EF4-FFF2-40B4-BE49-F238E27FC236}">
                <a16:creationId xmlns:a16="http://schemas.microsoft.com/office/drawing/2014/main" xmlns="" id="{517572FC-87DC-4A2A-BEA1-F3CF5CDDF58B}"/>
              </a:ext>
            </a:extLst>
          </p:cNvPr>
          <p:cNvSpPr>
            <a:spLocks noGrp="1"/>
          </p:cNvSpPr>
          <p:nvPr>
            <p:ph type="sldNum" sz="quarter" idx="10"/>
          </p:nvPr>
        </p:nvSpPr>
        <p:spPr/>
        <p:txBody>
          <a:bodyPr/>
          <a:lstStyle/>
          <a:p>
            <a:fld id="{68151E55-6873-49E2-B8D5-2F265E6F1973}" type="slidenum">
              <a:rPr lang="en-US" smtClean="0">
                <a:latin typeface="+mj-lt"/>
              </a:rPr>
              <a:pPr/>
              <a:t>22</a:t>
            </a:fld>
            <a:endParaRPr lang="en-US">
              <a:latin typeface="+mj-lt"/>
            </a:endParaRPr>
          </a:p>
        </p:txBody>
      </p:sp>
      <p:sp>
        <p:nvSpPr>
          <p:cNvPr id="5" name="Title 1">
            <a:extLst>
              <a:ext uri="{FF2B5EF4-FFF2-40B4-BE49-F238E27FC236}">
                <a16:creationId xmlns:a16="http://schemas.microsoft.com/office/drawing/2014/main" xmlns="" id="{9EADB8BE-C7B3-45FE-A0E7-4820C0ED3499}"/>
              </a:ext>
            </a:extLst>
          </p:cNvPr>
          <p:cNvSpPr>
            <a:spLocks noGrp="1"/>
          </p:cNvSpPr>
          <p:nvPr>
            <p:ph type="title"/>
          </p:nvPr>
        </p:nvSpPr>
        <p:spPr>
          <a:xfrm>
            <a:off x="342900" y="20985"/>
            <a:ext cx="8458200" cy="678611"/>
          </a:xfrm>
        </p:spPr>
        <p:txBody>
          <a:bodyPr/>
          <a:lstStyle/>
          <a:p>
            <a:r>
              <a:rPr lang="en-US" altLang="en-US" sz="3200" dirty="0">
                <a:solidFill>
                  <a:schemeClr val="tx1"/>
                </a:solidFill>
                <a:latin typeface="+mj-lt"/>
              </a:rPr>
              <a:t>Digital Signal</a:t>
            </a:r>
          </a:p>
        </p:txBody>
      </p:sp>
    </p:spTree>
    <p:extLst>
      <p:ext uri="{BB962C8B-B14F-4D97-AF65-F5344CB8AC3E}">
        <p14:creationId xmlns:p14="http://schemas.microsoft.com/office/powerpoint/2010/main" xmlns="" val="7553863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solidFill>
                  <a:schemeClr val="tx1"/>
                </a:solidFill>
              </a:rPr>
              <a:t>Digital Signal</a:t>
            </a:r>
            <a:endParaRPr lang="en-IN" sz="3200" dirty="0"/>
          </a:p>
        </p:txBody>
      </p:sp>
      <p:sp>
        <p:nvSpPr>
          <p:cNvPr id="3" name="Content Placeholder 2"/>
          <p:cNvSpPr>
            <a:spLocks noGrp="1"/>
          </p:cNvSpPr>
          <p:nvPr>
            <p:ph sz="quarter" idx="11"/>
          </p:nvPr>
        </p:nvSpPr>
        <p:spPr/>
        <p:txBody>
          <a:bodyPr/>
          <a:lstStyle/>
          <a:p>
            <a:pPr>
              <a:buFont typeface="Arial" pitchFamily="34" charset="0"/>
              <a:buChar char="•"/>
            </a:pPr>
            <a:r>
              <a:rPr lang="en-US" altLang="en-US" b="1" i="0" dirty="0">
                <a:solidFill>
                  <a:schemeClr val="tx1"/>
                </a:solidFill>
              </a:rPr>
              <a:t>Bit Length </a:t>
            </a:r>
          </a:p>
          <a:p>
            <a:pPr algn="just">
              <a:buFont typeface="Arial" pitchFamily="34" charset="0"/>
              <a:buChar char="•"/>
            </a:pPr>
            <a:r>
              <a:rPr lang="en-US" i="0" dirty="0" smtClean="0"/>
              <a:t>The </a:t>
            </a:r>
            <a:r>
              <a:rPr lang="en-US" i="0" dirty="0"/>
              <a:t>bit length is </a:t>
            </a:r>
            <a:r>
              <a:rPr lang="en-US" b="1" i="0" dirty="0"/>
              <a:t>the distance one bit occupy </a:t>
            </a:r>
            <a:r>
              <a:rPr lang="en-US" i="0" dirty="0"/>
              <a:t>on the transmission medium.</a:t>
            </a:r>
          </a:p>
          <a:p>
            <a:endParaRPr lang="en-IN" dirty="0"/>
          </a:p>
        </p:txBody>
      </p:sp>
      <p:sp>
        <p:nvSpPr>
          <p:cNvPr id="5" name="Text Placeholder 4"/>
          <p:cNvSpPr>
            <a:spLocks noGrp="1"/>
          </p:cNvSpPr>
          <p:nvPr>
            <p:ph type="body" sz="quarter" idx="39"/>
          </p:nvPr>
        </p:nvSpPr>
        <p:spPr/>
        <p:txBody>
          <a:bodyPr/>
          <a:lstStyle/>
          <a:p>
            <a:endParaRPr lang="en-IN"/>
          </a:p>
        </p:txBody>
      </p:sp>
      <p:sp>
        <p:nvSpPr>
          <p:cNvPr id="6" name="Text Placeholder 5"/>
          <p:cNvSpPr>
            <a:spLocks noGrp="1"/>
          </p:cNvSpPr>
          <p:nvPr>
            <p:ph type="body" sz="quarter" idx="40"/>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23</a:t>
            </a:fld>
            <a:endParaRPr lang="en-US"/>
          </a:p>
        </p:txBody>
      </p:sp>
      <p:sp>
        <p:nvSpPr>
          <p:cNvPr id="9" name="Content Placeholder 3">
            <a:extLst>
              <a:ext uri="{FF2B5EF4-FFF2-40B4-BE49-F238E27FC236}">
                <a16:creationId xmlns:a16="http://schemas.microsoft.com/office/drawing/2014/main" xmlns="" id="{B9787899-9B53-405A-89AD-753313459F76}"/>
              </a:ext>
            </a:extLst>
          </p:cNvPr>
          <p:cNvSpPr txBox="1">
            <a:spLocks/>
          </p:cNvSpPr>
          <p:nvPr/>
        </p:nvSpPr>
        <p:spPr>
          <a:xfrm>
            <a:off x="1378634" y="3058046"/>
            <a:ext cx="6288257" cy="1035652"/>
          </a:xfrm>
          <a:prstGeom prst="rect">
            <a:avLst/>
          </a:prstGeom>
          <a:solidFill>
            <a:srgbClr val="DBDBDB"/>
          </a:solidFill>
        </p:spPr>
        <p:txBody>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i="1" kern="1200">
                <a:solidFill>
                  <a:schemeClr val="tx2"/>
                </a:solidFill>
                <a:latin typeface="Times New Roman" panose="02020603050405020304" pitchFamily="18" charset="0"/>
                <a:ea typeface="+mn-ea"/>
                <a:cs typeface="Times New Roman" panose="02020603050405020304" pitchFamily="18"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i="1" kern="1200">
                <a:solidFill>
                  <a:schemeClr val="tx2"/>
                </a:solidFill>
                <a:latin typeface="Times New Roman" panose="02020603050405020304" pitchFamily="18" charset="0"/>
                <a:ea typeface="+mn-ea"/>
                <a:cs typeface="Times New Roman" panose="02020603050405020304" pitchFamily="18"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i="1" kern="1200">
                <a:solidFill>
                  <a:schemeClr val="tx2"/>
                </a:solidFill>
                <a:latin typeface="Times New Roman" panose="02020603050405020304" pitchFamily="18" charset="0"/>
                <a:ea typeface="+mn-ea"/>
                <a:cs typeface="Times New Roman" panose="02020603050405020304" pitchFamily="18"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IN" b="1" dirty="0" smtClean="0"/>
          </a:p>
          <a:p>
            <a:pPr algn="ctr"/>
            <a:r>
              <a:rPr lang="en-IN" sz="2400" b="1" dirty="0" smtClean="0"/>
              <a:t>Bit length = propagation speed X bit duration</a:t>
            </a:r>
            <a:endParaRPr lang="en-US" sz="2400" i="0" dirty="0">
              <a:solidFill>
                <a:srgbClr val="C00000"/>
              </a:solidFill>
              <a:latin typeface="+mj-lt"/>
            </a:endParaRPr>
          </a:p>
        </p:txBody>
      </p:sp>
    </p:spTree>
    <p:extLst>
      <p:ext uri="{BB962C8B-B14F-4D97-AF65-F5344CB8AC3E}">
        <p14:creationId xmlns:p14="http://schemas.microsoft.com/office/powerpoint/2010/main" xmlns="" val="41489439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xmlns="" id="{7FAEA6A5-BBAD-4D40-8C38-B02CFBC8F971}"/>
              </a:ext>
            </a:extLst>
          </p:cNvPr>
          <p:cNvSpPr>
            <a:spLocks noGrp="1"/>
          </p:cNvSpPr>
          <p:nvPr>
            <p:ph sz="quarter" idx="11"/>
          </p:nvPr>
        </p:nvSpPr>
        <p:spPr>
          <a:xfrm>
            <a:off x="342900" y="699595"/>
            <a:ext cx="8458200" cy="5490189"/>
          </a:xfrm>
        </p:spPr>
        <p:txBody>
          <a:bodyPr/>
          <a:lstStyle/>
          <a:p>
            <a:pPr algn="just">
              <a:defRPr/>
            </a:pPr>
            <a:r>
              <a:rPr lang="en-US" altLang="en-US" b="1" i="0" dirty="0">
                <a:solidFill>
                  <a:schemeClr val="tx1"/>
                </a:solidFill>
              </a:rPr>
              <a:t>Transmission of Digital Signal </a:t>
            </a:r>
            <a:endParaRPr lang="en-US" altLang="en-US" b="1" i="0" dirty="0" smtClean="0">
              <a:solidFill>
                <a:schemeClr val="tx1"/>
              </a:solidFill>
            </a:endParaRPr>
          </a:p>
          <a:p>
            <a:pPr algn="just">
              <a:buFont typeface="Arial" pitchFamily="34" charset="0"/>
              <a:buChar char="•"/>
              <a:defRPr/>
            </a:pPr>
            <a:r>
              <a:rPr lang="en-US" i="0" dirty="0" smtClean="0"/>
              <a:t>A </a:t>
            </a:r>
            <a:r>
              <a:rPr lang="en-US" i="0" dirty="0"/>
              <a:t>digital signal is a composite analog signal with </a:t>
            </a:r>
            <a:r>
              <a:rPr lang="en-US" i="0" dirty="0" smtClean="0"/>
              <a:t>frequencies </a:t>
            </a:r>
            <a:r>
              <a:rPr lang="en-US" i="0" dirty="0"/>
              <a:t>between zero and infinity. </a:t>
            </a:r>
          </a:p>
          <a:p>
            <a:pPr algn="just">
              <a:buFont typeface="Arial" pitchFamily="34" charset="0"/>
              <a:buChar char="•"/>
              <a:defRPr/>
            </a:pPr>
            <a:r>
              <a:rPr lang="en-US" i="0" dirty="0"/>
              <a:t>We can have two types of transmission: </a:t>
            </a:r>
            <a:r>
              <a:rPr lang="en-US" b="1" i="0" dirty="0"/>
              <a:t>baseband and broadband</a:t>
            </a:r>
            <a:r>
              <a:rPr lang="en-US" i="0" dirty="0"/>
              <a:t>. </a:t>
            </a:r>
            <a:endParaRPr lang="en-US" i="0" dirty="0" smtClean="0"/>
          </a:p>
          <a:p>
            <a:pPr algn="just">
              <a:buFont typeface="Arial" pitchFamily="34" charset="0"/>
              <a:buChar char="•"/>
              <a:defRPr/>
            </a:pPr>
            <a:r>
              <a:rPr lang="en-US" i="0" dirty="0" smtClean="0"/>
              <a:t>Baseband Transmission</a:t>
            </a:r>
            <a:endParaRPr lang="en-US" i="0" dirty="0"/>
          </a:p>
          <a:p>
            <a:pPr lvl="1" algn="just">
              <a:buFont typeface="Wingdings" pitchFamily="2" charset="2"/>
              <a:buChar char="ü"/>
              <a:defRPr/>
            </a:pPr>
            <a:r>
              <a:rPr lang="en-US" i="0" dirty="0" smtClean="0"/>
              <a:t>means </a:t>
            </a:r>
            <a:r>
              <a:rPr lang="en-US" i="0" dirty="0"/>
              <a:t>sending the digital signal without changing it to analog signal. </a:t>
            </a:r>
            <a:endParaRPr lang="en-US" i="0" dirty="0" smtClean="0"/>
          </a:p>
          <a:p>
            <a:pPr algn="just">
              <a:buFont typeface="Arial" pitchFamily="34" charset="0"/>
              <a:buChar char="•"/>
              <a:defRPr/>
            </a:pPr>
            <a:r>
              <a:rPr lang="en-US" i="0" dirty="0" smtClean="0"/>
              <a:t>Broadband Transmission</a:t>
            </a:r>
            <a:endParaRPr lang="en-US" i="0" dirty="0"/>
          </a:p>
          <a:p>
            <a:pPr lvl="1" algn="just">
              <a:buFont typeface="Wingdings" pitchFamily="2" charset="2"/>
              <a:buChar char="ü"/>
              <a:defRPr/>
            </a:pPr>
            <a:r>
              <a:rPr lang="en-US" i="0" dirty="0" smtClean="0"/>
              <a:t>means </a:t>
            </a:r>
            <a:r>
              <a:rPr lang="en-US" i="0" dirty="0"/>
              <a:t>changing the digital signal to analog signal and send the analog signal.  </a:t>
            </a:r>
          </a:p>
        </p:txBody>
      </p:sp>
      <p:sp>
        <p:nvSpPr>
          <p:cNvPr id="2" name="Slide Number Placeholder 3">
            <a:extLst>
              <a:ext uri="{FF2B5EF4-FFF2-40B4-BE49-F238E27FC236}">
                <a16:creationId xmlns:a16="http://schemas.microsoft.com/office/drawing/2014/main" xmlns="" id="{517572FC-87DC-4A2A-BEA1-F3CF5CDDF58B}"/>
              </a:ext>
            </a:extLst>
          </p:cNvPr>
          <p:cNvSpPr>
            <a:spLocks noGrp="1"/>
          </p:cNvSpPr>
          <p:nvPr>
            <p:ph type="sldNum" sz="quarter" idx="10"/>
          </p:nvPr>
        </p:nvSpPr>
        <p:spPr/>
        <p:txBody>
          <a:bodyPr/>
          <a:lstStyle/>
          <a:p>
            <a:fld id="{68151E55-6873-49E2-B8D5-2F265E6F1973}" type="slidenum">
              <a:rPr lang="en-US" smtClean="0">
                <a:latin typeface="+mj-lt"/>
              </a:rPr>
              <a:pPr/>
              <a:t>24</a:t>
            </a:fld>
            <a:endParaRPr lang="en-US">
              <a:latin typeface="+mj-lt"/>
            </a:endParaRPr>
          </a:p>
        </p:txBody>
      </p:sp>
      <p:sp>
        <p:nvSpPr>
          <p:cNvPr id="5" name="Title 1">
            <a:extLst>
              <a:ext uri="{FF2B5EF4-FFF2-40B4-BE49-F238E27FC236}">
                <a16:creationId xmlns:a16="http://schemas.microsoft.com/office/drawing/2014/main" xmlns="" id="{9EADB8BE-C7B3-45FE-A0E7-4820C0ED3499}"/>
              </a:ext>
            </a:extLst>
          </p:cNvPr>
          <p:cNvSpPr>
            <a:spLocks noGrp="1"/>
          </p:cNvSpPr>
          <p:nvPr>
            <p:ph type="title"/>
          </p:nvPr>
        </p:nvSpPr>
        <p:spPr>
          <a:xfrm>
            <a:off x="342900" y="20985"/>
            <a:ext cx="8458200" cy="678611"/>
          </a:xfrm>
        </p:spPr>
        <p:txBody>
          <a:bodyPr/>
          <a:lstStyle/>
          <a:p>
            <a:r>
              <a:rPr lang="en-US" altLang="en-US" sz="3200" dirty="0">
                <a:solidFill>
                  <a:schemeClr val="tx1"/>
                </a:solidFill>
                <a:latin typeface="+mj-lt"/>
              </a:rPr>
              <a:t>Digital Signal</a:t>
            </a:r>
          </a:p>
        </p:txBody>
      </p:sp>
    </p:spTree>
    <p:extLst>
      <p:ext uri="{BB962C8B-B14F-4D97-AF65-F5344CB8AC3E}">
        <p14:creationId xmlns:p14="http://schemas.microsoft.com/office/powerpoint/2010/main" xmlns="" val="7604462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Baseband Transmission</a:t>
            </a:r>
            <a:endParaRPr lang="en-IN" dirty="0"/>
          </a:p>
        </p:txBody>
      </p:sp>
      <p:sp>
        <p:nvSpPr>
          <p:cNvPr id="3" name="Content Placeholder 2"/>
          <p:cNvSpPr>
            <a:spLocks noGrp="1"/>
          </p:cNvSpPr>
          <p:nvPr>
            <p:ph sz="quarter" idx="11"/>
          </p:nvPr>
        </p:nvSpPr>
        <p:spPr>
          <a:xfrm>
            <a:off x="342900" y="1041010"/>
            <a:ext cx="8458200" cy="2082018"/>
          </a:xfrm>
        </p:spPr>
        <p:txBody>
          <a:bodyPr/>
          <a:lstStyle/>
          <a:p>
            <a:pPr algn="just">
              <a:lnSpc>
                <a:spcPct val="150000"/>
              </a:lnSpc>
              <a:buFont typeface="Arial" pitchFamily="34" charset="0"/>
              <a:buChar char="•"/>
            </a:pPr>
            <a:r>
              <a:rPr lang="en-IN" i="0" dirty="0" smtClean="0"/>
              <a:t>Baseband transmission means sending a digital signal over a channel without changing the digital signal to an </a:t>
            </a:r>
            <a:r>
              <a:rPr lang="en-IN" i="0" dirty="0" err="1" smtClean="0"/>
              <a:t>analog</a:t>
            </a:r>
            <a:r>
              <a:rPr lang="en-IN" i="0" dirty="0" smtClean="0"/>
              <a:t> signal.</a:t>
            </a:r>
          </a:p>
          <a:p>
            <a:pPr algn="just">
              <a:lnSpc>
                <a:spcPct val="150000"/>
              </a:lnSpc>
              <a:buFont typeface="Arial" pitchFamily="34" charset="0"/>
              <a:buChar char="•"/>
            </a:pPr>
            <a:r>
              <a:rPr lang="en-IN" i="0" dirty="0" smtClean="0"/>
              <a:t>Figure  below shows </a:t>
            </a:r>
            <a:r>
              <a:rPr lang="en-IN" b="1" i="0" dirty="0" smtClean="0"/>
              <a:t>baseband transmission.</a:t>
            </a:r>
            <a:endParaRPr lang="en-IN" i="0" dirty="0" smtClean="0"/>
          </a:p>
        </p:txBody>
      </p:sp>
      <p:sp>
        <p:nvSpPr>
          <p:cNvPr id="5" name="Text Placeholder 4"/>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25</a:t>
            </a:fld>
            <a:endParaRPr lang="en-US"/>
          </a:p>
        </p:txBody>
      </p:sp>
      <p:pic>
        <p:nvPicPr>
          <p:cNvPr id="1026" name="Picture 2"/>
          <p:cNvPicPr>
            <a:picLocks noGrp="1" noChangeAspect="1" noChangeArrowheads="1"/>
          </p:cNvPicPr>
          <p:nvPr>
            <p:ph sz="quarter" idx="15"/>
          </p:nvPr>
        </p:nvPicPr>
        <p:blipFill>
          <a:blip r:embed="rId2"/>
          <a:srcRect/>
          <a:stretch>
            <a:fillRect/>
          </a:stretch>
        </p:blipFill>
        <p:spPr bwMode="auto">
          <a:xfrm>
            <a:off x="337625" y="3615397"/>
            <a:ext cx="8454683" cy="2616591"/>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Baseband Transmission</a:t>
            </a:r>
            <a:endParaRPr lang="en-IN" dirty="0"/>
          </a:p>
        </p:txBody>
      </p:sp>
      <p:sp>
        <p:nvSpPr>
          <p:cNvPr id="3" name="Content Placeholder 2"/>
          <p:cNvSpPr>
            <a:spLocks noGrp="1"/>
          </p:cNvSpPr>
          <p:nvPr>
            <p:ph sz="quarter" idx="11"/>
          </p:nvPr>
        </p:nvSpPr>
        <p:spPr>
          <a:xfrm>
            <a:off x="342900" y="1153551"/>
            <a:ext cx="8458200" cy="5097495"/>
          </a:xfrm>
        </p:spPr>
        <p:txBody>
          <a:bodyPr/>
          <a:lstStyle/>
          <a:p>
            <a:pPr algn="just">
              <a:lnSpc>
                <a:spcPct val="150000"/>
              </a:lnSpc>
              <a:buFont typeface="Arial" pitchFamily="34" charset="0"/>
              <a:buChar char="•"/>
            </a:pPr>
            <a:r>
              <a:rPr lang="en-IN" i="0" dirty="0" smtClean="0"/>
              <a:t>Baseband transmission requires that we have a </a:t>
            </a:r>
            <a:r>
              <a:rPr lang="en-IN" b="1" i="0" dirty="0" smtClean="0"/>
              <a:t>low-pass channel, a channel with </a:t>
            </a:r>
            <a:r>
              <a:rPr lang="en-IN" i="0" dirty="0" smtClean="0"/>
              <a:t>a bandwidth that starts from zero.</a:t>
            </a:r>
          </a:p>
          <a:p>
            <a:pPr algn="just">
              <a:lnSpc>
                <a:spcPct val="150000"/>
              </a:lnSpc>
              <a:buFont typeface="Arial" pitchFamily="34" charset="0"/>
              <a:buChar char="•"/>
            </a:pPr>
            <a:r>
              <a:rPr lang="en-IN" i="0" dirty="0" smtClean="0"/>
              <a:t>This is the case if we have a dedicated medium with a bandwidth constituting only one channel.</a:t>
            </a:r>
          </a:p>
          <a:p>
            <a:pPr algn="just">
              <a:lnSpc>
                <a:spcPct val="150000"/>
              </a:lnSpc>
              <a:buFont typeface="Arial" pitchFamily="34" charset="0"/>
              <a:buChar char="•"/>
            </a:pPr>
            <a:r>
              <a:rPr lang="en-IN" i="0" dirty="0" smtClean="0"/>
              <a:t>For example, the entire bandwidth of a cable connecting two computers is one single channel. </a:t>
            </a:r>
          </a:p>
          <a:p>
            <a:pPr algn="just">
              <a:lnSpc>
                <a:spcPct val="150000"/>
              </a:lnSpc>
              <a:buFont typeface="Arial" pitchFamily="34" charset="0"/>
              <a:buChar char="•"/>
            </a:pPr>
            <a:r>
              <a:rPr lang="en-IN" i="0" dirty="0" smtClean="0"/>
              <a:t>As another example, we may connect several computers to a bus, but not allow more than two stations to communicate at a time.</a:t>
            </a:r>
            <a:endParaRPr lang="en-IN" i="0" dirty="0"/>
          </a:p>
        </p:txBody>
      </p:sp>
      <p:sp>
        <p:nvSpPr>
          <p:cNvPr id="8" name="Text Placeholder 7"/>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Baseband Transmission</a:t>
            </a:r>
            <a:endParaRPr lang="en-IN" dirty="0"/>
          </a:p>
        </p:txBody>
      </p:sp>
      <p:sp>
        <p:nvSpPr>
          <p:cNvPr id="3" name="Content Placeholder 2"/>
          <p:cNvSpPr>
            <a:spLocks noGrp="1"/>
          </p:cNvSpPr>
          <p:nvPr>
            <p:ph sz="quarter" idx="11"/>
          </p:nvPr>
        </p:nvSpPr>
        <p:spPr>
          <a:xfrm>
            <a:off x="342900" y="1276710"/>
            <a:ext cx="8458200" cy="1649370"/>
          </a:xfrm>
        </p:spPr>
        <p:txBody>
          <a:bodyPr/>
          <a:lstStyle/>
          <a:p>
            <a:pPr algn="just">
              <a:lnSpc>
                <a:spcPct val="150000"/>
              </a:lnSpc>
              <a:buFont typeface="Arial" pitchFamily="34" charset="0"/>
              <a:buChar char="•"/>
            </a:pPr>
            <a:r>
              <a:rPr lang="en-IN" i="0" dirty="0" smtClean="0"/>
              <a:t>Figure below shows two low-pass channels: one with a narrow bandwidth and the other with a wide bandwidth.</a:t>
            </a:r>
            <a:endParaRPr lang="en-IN" i="0" dirty="0"/>
          </a:p>
        </p:txBody>
      </p:sp>
      <p:sp>
        <p:nvSpPr>
          <p:cNvPr id="5" name="Text Placeholder 4"/>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27</a:t>
            </a:fld>
            <a:endParaRPr lang="en-US"/>
          </a:p>
        </p:txBody>
      </p:sp>
      <p:pic>
        <p:nvPicPr>
          <p:cNvPr id="2050" name="Picture 2"/>
          <p:cNvPicPr>
            <a:picLocks noGrp="1" noChangeAspect="1" noChangeArrowheads="1"/>
          </p:cNvPicPr>
          <p:nvPr>
            <p:ph sz="quarter" idx="15"/>
          </p:nvPr>
        </p:nvPicPr>
        <p:blipFill>
          <a:blip r:embed="rId2"/>
          <a:srcRect/>
          <a:stretch>
            <a:fillRect/>
          </a:stretch>
        </p:blipFill>
        <p:spPr bwMode="auto">
          <a:xfrm>
            <a:off x="703385" y="2574388"/>
            <a:ext cx="7469944" cy="3713870"/>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IN" dirty="0" smtClean="0"/>
              <a:t>Case 1: Low-Pass Channel with Wide Bandwidth</a:t>
            </a:r>
            <a:endParaRPr lang="en-IN" dirty="0"/>
          </a:p>
        </p:txBody>
      </p:sp>
      <p:sp>
        <p:nvSpPr>
          <p:cNvPr id="9" name="Content Placeholder 8"/>
          <p:cNvSpPr>
            <a:spLocks noGrp="1"/>
          </p:cNvSpPr>
          <p:nvPr>
            <p:ph sz="quarter" idx="11"/>
          </p:nvPr>
        </p:nvSpPr>
        <p:spPr>
          <a:xfrm>
            <a:off x="342900" y="1051627"/>
            <a:ext cx="8458200" cy="5292902"/>
          </a:xfrm>
        </p:spPr>
        <p:txBody>
          <a:bodyPr/>
          <a:lstStyle/>
          <a:p>
            <a:pPr algn="just">
              <a:lnSpc>
                <a:spcPct val="150000"/>
              </a:lnSpc>
              <a:buFont typeface="Arial" pitchFamily="34" charset="0"/>
              <a:buChar char="•"/>
            </a:pPr>
            <a:r>
              <a:rPr lang="en-IN" i="0" dirty="0" smtClean="0"/>
              <a:t>To preserve the exact form of a </a:t>
            </a:r>
            <a:r>
              <a:rPr lang="en-IN" i="0" dirty="0" err="1" smtClean="0"/>
              <a:t>nonperiodic</a:t>
            </a:r>
            <a:r>
              <a:rPr lang="en-IN" i="0" dirty="0" smtClean="0"/>
              <a:t> digital signal with vertical segments vertical and horizontal segments horizontal, we need to send the entire spectrum, the continuous range of frequencies between zero and infinity</a:t>
            </a:r>
          </a:p>
          <a:p>
            <a:pPr algn="just">
              <a:lnSpc>
                <a:spcPct val="150000"/>
              </a:lnSpc>
              <a:buFont typeface="Arial" pitchFamily="34" charset="0"/>
              <a:buChar char="•"/>
            </a:pPr>
            <a:r>
              <a:rPr lang="en-IN" i="0" dirty="0" smtClean="0"/>
              <a:t>This is possible if we have a dedicated medium with an infinite bandwidth between the sender and receiver that preserves the exact amplitude of each component of the composite signal.</a:t>
            </a:r>
          </a:p>
          <a:p>
            <a:pPr algn="just">
              <a:lnSpc>
                <a:spcPct val="150000"/>
              </a:lnSpc>
              <a:buFont typeface="Arial" pitchFamily="34" charset="0"/>
              <a:buChar char="•"/>
            </a:pPr>
            <a:r>
              <a:rPr lang="en-IN" i="0" dirty="0" smtClean="0"/>
              <a:t>Although this may be possible inside a computer (e.g., between CPU and memory), it is not possible between two devices.</a:t>
            </a:r>
            <a:endParaRPr lang="en-IN" i="0" dirty="0"/>
          </a:p>
        </p:txBody>
      </p:sp>
      <p:sp>
        <p:nvSpPr>
          <p:cNvPr id="10" name="Text Placeholder 9"/>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Case 1: Low-Pass Channel with Wide Bandwidth</a:t>
            </a:r>
            <a:endParaRPr lang="en-IN" dirty="0"/>
          </a:p>
        </p:txBody>
      </p:sp>
      <p:sp>
        <p:nvSpPr>
          <p:cNvPr id="3" name="Content Placeholder 2"/>
          <p:cNvSpPr>
            <a:spLocks noGrp="1"/>
          </p:cNvSpPr>
          <p:nvPr>
            <p:ph sz="quarter" idx="11"/>
          </p:nvPr>
        </p:nvSpPr>
        <p:spPr>
          <a:xfrm>
            <a:off x="342900" y="1276710"/>
            <a:ext cx="8458200" cy="1790047"/>
          </a:xfrm>
        </p:spPr>
        <p:txBody>
          <a:bodyPr/>
          <a:lstStyle/>
          <a:p>
            <a:pPr algn="just">
              <a:lnSpc>
                <a:spcPct val="150000"/>
              </a:lnSpc>
              <a:buFont typeface="Arial" pitchFamily="34" charset="0"/>
              <a:buChar char="•"/>
            </a:pPr>
            <a:r>
              <a:rPr lang="en-IN" i="0" dirty="0" smtClean="0"/>
              <a:t>if we have a medium, such as a coaxial or fibre optic cable, with a very wide bandwidth, two stations can communicate by using digital signals with very good accuracy, as shown in Figure below</a:t>
            </a:r>
            <a:endParaRPr lang="en-IN" i="0" dirty="0"/>
          </a:p>
        </p:txBody>
      </p:sp>
      <p:sp>
        <p:nvSpPr>
          <p:cNvPr id="5" name="Text Placeholder 4"/>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29</a:t>
            </a:fld>
            <a:endParaRPr lang="en-US"/>
          </a:p>
        </p:txBody>
      </p:sp>
      <p:pic>
        <p:nvPicPr>
          <p:cNvPr id="3074" name="Picture 2"/>
          <p:cNvPicPr>
            <a:picLocks noGrp="1" noChangeAspect="1" noChangeArrowheads="1"/>
          </p:cNvPicPr>
          <p:nvPr>
            <p:ph sz="quarter" idx="15"/>
          </p:nvPr>
        </p:nvPicPr>
        <p:blipFill>
          <a:blip r:embed="rId2"/>
          <a:srcRect/>
          <a:stretch>
            <a:fillRect/>
          </a:stretch>
        </p:blipFill>
        <p:spPr bwMode="auto">
          <a:xfrm>
            <a:off x="492368" y="3235568"/>
            <a:ext cx="8187397" cy="2982352"/>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Case 1: Low-Pass Channel with Wide Bandwidth</a:t>
            </a:r>
            <a:endParaRPr lang="en-IN" dirty="0"/>
          </a:p>
        </p:txBody>
      </p:sp>
      <p:sp>
        <p:nvSpPr>
          <p:cNvPr id="3" name="Content Placeholder 2"/>
          <p:cNvSpPr>
            <a:spLocks noGrp="1"/>
          </p:cNvSpPr>
          <p:nvPr>
            <p:ph sz="quarter" idx="11"/>
          </p:nvPr>
        </p:nvSpPr>
        <p:spPr/>
        <p:txBody>
          <a:bodyPr/>
          <a:lstStyle/>
          <a:p>
            <a:pPr algn="just">
              <a:lnSpc>
                <a:spcPct val="150000"/>
              </a:lnSpc>
              <a:buFont typeface="Arial" pitchFamily="34" charset="0"/>
              <a:buChar char="•"/>
            </a:pPr>
            <a:r>
              <a:rPr lang="en-IN" i="0" dirty="0" smtClean="0"/>
              <a:t>Although the output signal is not an exact replica of the original signal, the data can still be deduced from the received signal</a:t>
            </a:r>
            <a:r>
              <a:rPr lang="en-IN" dirty="0" smtClean="0"/>
              <a:t>.</a:t>
            </a:r>
          </a:p>
          <a:p>
            <a:pPr algn="just">
              <a:lnSpc>
                <a:spcPct val="150000"/>
              </a:lnSpc>
              <a:buFont typeface="Arial" pitchFamily="34" charset="0"/>
              <a:buChar char="•"/>
            </a:pPr>
            <a:r>
              <a:rPr lang="en-IN" i="0" dirty="0" smtClean="0"/>
              <a:t>Baseband transmission of a digital signal that preserves the shape of the digital signal is possible only if we have a low-pass channel with an infinite or very wide bandwidth.</a:t>
            </a:r>
          </a:p>
          <a:p>
            <a:pPr algn="just">
              <a:lnSpc>
                <a:spcPct val="150000"/>
              </a:lnSpc>
              <a:buFont typeface="Arial" pitchFamily="34" charset="0"/>
              <a:buChar char="•"/>
            </a:pPr>
            <a:r>
              <a:rPr lang="en-IN" i="0" dirty="0" smtClean="0"/>
              <a:t>An example of a dedicated channel where the entire bandwidth of the medium is used as one single channel is a LAN.</a:t>
            </a:r>
          </a:p>
        </p:txBody>
      </p:sp>
      <p:sp>
        <p:nvSpPr>
          <p:cNvPr id="5" name="Text Placeholder 4"/>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Case 1: Low-Pass Channel with Wide Bandwidth</a:t>
            </a:r>
            <a:endParaRPr lang="en-IN" dirty="0"/>
          </a:p>
        </p:txBody>
      </p:sp>
      <p:sp>
        <p:nvSpPr>
          <p:cNvPr id="3" name="Content Placeholder 2"/>
          <p:cNvSpPr>
            <a:spLocks noGrp="1"/>
          </p:cNvSpPr>
          <p:nvPr>
            <p:ph sz="quarter" idx="11"/>
          </p:nvPr>
        </p:nvSpPr>
        <p:spPr>
          <a:xfrm>
            <a:off x="342900" y="1276709"/>
            <a:ext cx="8458200" cy="2774785"/>
          </a:xfrm>
        </p:spPr>
        <p:txBody>
          <a:bodyPr/>
          <a:lstStyle/>
          <a:p>
            <a:pPr algn="just">
              <a:lnSpc>
                <a:spcPct val="150000"/>
              </a:lnSpc>
              <a:buFont typeface="Arial" pitchFamily="34" charset="0"/>
              <a:buChar char="•"/>
            </a:pPr>
            <a:r>
              <a:rPr lang="en-IN" i="0" dirty="0" smtClean="0"/>
              <a:t>In a bus topology LAN with multipoint connections, only two stations can communicate with each other at each moment in time (timesharing); the other stations need to refrain from sending data.</a:t>
            </a:r>
          </a:p>
          <a:p>
            <a:pPr algn="just">
              <a:lnSpc>
                <a:spcPct val="150000"/>
              </a:lnSpc>
              <a:buFont typeface="Arial" pitchFamily="34" charset="0"/>
              <a:buChar char="•"/>
            </a:pPr>
            <a:r>
              <a:rPr lang="en-IN" i="0" dirty="0" smtClean="0"/>
              <a:t>In a star topology LAN, the entire channel between each station and the hub is used for communication between these two entities.</a:t>
            </a:r>
          </a:p>
          <a:p>
            <a:pPr algn="just">
              <a:lnSpc>
                <a:spcPct val="150000"/>
              </a:lnSpc>
              <a:buFont typeface="Arial" pitchFamily="34" charset="0"/>
              <a:buChar char="•"/>
            </a:pPr>
            <a:endParaRPr lang="en-IN" i="0" dirty="0" smtClean="0"/>
          </a:p>
          <a:p>
            <a:pPr algn="just">
              <a:lnSpc>
                <a:spcPct val="150000"/>
              </a:lnSpc>
              <a:buFont typeface="Arial" pitchFamily="34" charset="0"/>
              <a:buChar char="•"/>
            </a:pPr>
            <a:endParaRPr lang="en-IN" i="0" dirty="0"/>
          </a:p>
        </p:txBody>
      </p:sp>
      <p:sp>
        <p:nvSpPr>
          <p:cNvPr id="5" name="Text Placeholder 4"/>
          <p:cNvSpPr>
            <a:spLocks noGrp="1"/>
          </p:cNvSpPr>
          <p:nvPr>
            <p:ph type="body" sz="quarter" idx="39"/>
          </p:nvPr>
        </p:nvSpPr>
        <p:spPr/>
        <p:txBody>
          <a:bodyPr/>
          <a:lstStyle/>
          <a:p>
            <a:endParaRPr lang="en-IN"/>
          </a:p>
        </p:txBody>
      </p:sp>
      <p:sp>
        <p:nvSpPr>
          <p:cNvPr id="6" name="Text Placeholder 5"/>
          <p:cNvSpPr>
            <a:spLocks noGrp="1"/>
          </p:cNvSpPr>
          <p:nvPr>
            <p:ph type="body" sz="quarter" idx="40"/>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Case 2: Low-Pass Channel with Limited Bandwidth</a:t>
            </a:r>
            <a:endParaRPr lang="en-IN" dirty="0"/>
          </a:p>
        </p:txBody>
      </p:sp>
      <p:sp>
        <p:nvSpPr>
          <p:cNvPr id="3" name="Content Placeholder 2"/>
          <p:cNvSpPr>
            <a:spLocks noGrp="1"/>
          </p:cNvSpPr>
          <p:nvPr>
            <p:ph sz="quarter" idx="11"/>
          </p:nvPr>
        </p:nvSpPr>
        <p:spPr>
          <a:xfrm>
            <a:off x="342900" y="1276710"/>
            <a:ext cx="8458200" cy="2015130"/>
          </a:xfrm>
        </p:spPr>
        <p:txBody>
          <a:bodyPr/>
          <a:lstStyle/>
          <a:p>
            <a:pPr algn="just">
              <a:lnSpc>
                <a:spcPct val="150000"/>
              </a:lnSpc>
              <a:buFont typeface="Arial" pitchFamily="34" charset="0"/>
              <a:buChar char="•"/>
            </a:pPr>
            <a:r>
              <a:rPr lang="en-IN" i="0" dirty="0" smtClean="0"/>
              <a:t>In a low-pass channel with limited bandwidth, we approximate the digital signal with an </a:t>
            </a:r>
            <a:r>
              <a:rPr lang="en-IN" i="0" dirty="0" err="1" smtClean="0"/>
              <a:t>analog</a:t>
            </a:r>
            <a:r>
              <a:rPr lang="en-IN" i="0" dirty="0" smtClean="0"/>
              <a:t> signal. </a:t>
            </a:r>
          </a:p>
          <a:p>
            <a:pPr algn="just">
              <a:lnSpc>
                <a:spcPct val="150000"/>
              </a:lnSpc>
              <a:buFont typeface="Arial" pitchFamily="34" charset="0"/>
              <a:buChar char="•"/>
            </a:pPr>
            <a:r>
              <a:rPr lang="en-IN" i="0" dirty="0" smtClean="0"/>
              <a:t>The level of approximation depends on the bandwidth available.</a:t>
            </a:r>
            <a:endParaRPr lang="en-IN" i="0" dirty="0"/>
          </a:p>
        </p:txBody>
      </p:sp>
      <p:sp>
        <p:nvSpPr>
          <p:cNvPr id="4" name="Content Placeholder 3"/>
          <p:cNvSpPr>
            <a:spLocks noGrp="1"/>
          </p:cNvSpPr>
          <p:nvPr>
            <p:ph sz="quarter" idx="15"/>
          </p:nvPr>
        </p:nvSpPr>
        <p:spPr>
          <a:xfrm>
            <a:off x="342900" y="3108960"/>
            <a:ext cx="8458200" cy="3142086"/>
          </a:xfrm>
        </p:spPr>
        <p:txBody>
          <a:bodyPr/>
          <a:lstStyle/>
          <a:p>
            <a:pPr algn="just">
              <a:lnSpc>
                <a:spcPct val="150000"/>
              </a:lnSpc>
              <a:buFont typeface="Arial" pitchFamily="34" charset="0"/>
              <a:buChar char="•"/>
            </a:pPr>
            <a:r>
              <a:rPr lang="en-IN" i="0" dirty="0" smtClean="0"/>
              <a:t>In baseband transmission, the required bandwidth is proportional to the bit rate.</a:t>
            </a:r>
          </a:p>
          <a:p>
            <a:pPr algn="just">
              <a:lnSpc>
                <a:spcPct val="150000"/>
              </a:lnSpc>
              <a:buFont typeface="Arial" pitchFamily="34" charset="0"/>
              <a:buChar char="•"/>
            </a:pPr>
            <a:r>
              <a:rPr lang="en-IN" i="0" dirty="0" smtClean="0"/>
              <a:t>if we need to send bits faster, we need more bandwidth.</a:t>
            </a:r>
            <a:endParaRPr lang="en-IN" i="0" dirty="0"/>
          </a:p>
        </p:txBody>
      </p:sp>
      <p:sp>
        <p:nvSpPr>
          <p:cNvPr id="5" name="Text Placeholder 4"/>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IN" dirty="0" smtClean="0"/>
              <a:t>Broadband Transmission (Using Modulation)</a:t>
            </a:r>
            <a:endParaRPr lang="en-IN" dirty="0"/>
          </a:p>
        </p:txBody>
      </p:sp>
      <p:sp>
        <p:nvSpPr>
          <p:cNvPr id="13" name="Content Placeholder 12"/>
          <p:cNvSpPr>
            <a:spLocks noGrp="1"/>
          </p:cNvSpPr>
          <p:nvPr>
            <p:ph sz="quarter" idx="11"/>
          </p:nvPr>
        </p:nvSpPr>
        <p:spPr/>
        <p:txBody>
          <a:bodyPr/>
          <a:lstStyle/>
          <a:p>
            <a:pPr algn="just">
              <a:lnSpc>
                <a:spcPct val="150000"/>
              </a:lnSpc>
            </a:pPr>
            <a:r>
              <a:rPr lang="en-IN" i="0" dirty="0" smtClean="0"/>
              <a:t>Broadband transmission or modulation means changing the digital signal to an </a:t>
            </a:r>
            <a:r>
              <a:rPr lang="en-IN" i="0" dirty="0" err="1" smtClean="0"/>
              <a:t>analog</a:t>
            </a:r>
            <a:r>
              <a:rPr lang="en-IN" i="0" dirty="0" smtClean="0"/>
              <a:t> signal for transmission. </a:t>
            </a:r>
          </a:p>
          <a:p>
            <a:pPr algn="just">
              <a:lnSpc>
                <a:spcPct val="150000"/>
              </a:lnSpc>
            </a:pPr>
            <a:r>
              <a:rPr lang="en-IN" i="0" dirty="0" smtClean="0"/>
              <a:t>Modulation allows us to use a </a:t>
            </a:r>
            <a:r>
              <a:rPr lang="en-IN" i="0" dirty="0" err="1" smtClean="0"/>
              <a:t>bandpass</a:t>
            </a:r>
            <a:r>
              <a:rPr lang="en-IN" i="0" dirty="0" smtClean="0"/>
              <a:t> channel—a channel</a:t>
            </a:r>
          </a:p>
          <a:p>
            <a:pPr algn="just">
              <a:lnSpc>
                <a:spcPct val="150000"/>
              </a:lnSpc>
            </a:pPr>
            <a:r>
              <a:rPr lang="en-IN" i="0" dirty="0" smtClean="0"/>
              <a:t>with a bandwidth that does not start from zero.</a:t>
            </a:r>
            <a:endParaRPr lang="en-IN" i="0" dirty="0"/>
          </a:p>
        </p:txBody>
      </p:sp>
      <p:sp>
        <p:nvSpPr>
          <p:cNvPr id="15" name="Text Placeholder 14"/>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33</a:t>
            </a:fld>
            <a:endParaRPr lang="en-US"/>
          </a:p>
        </p:txBody>
      </p:sp>
      <p:pic>
        <p:nvPicPr>
          <p:cNvPr id="1026" name="Picture 2"/>
          <p:cNvPicPr>
            <a:picLocks noGrp="1" noChangeAspect="1" noChangeArrowheads="1"/>
          </p:cNvPicPr>
          <p:nvPr>
            <p:ph sz="quarter" idx="15"/>
          </p:nvPr>
        </p:nvPicPr>
        <p:blipFill>
          <a:blip r:embed="rId2"/>
          <a:srcRect/>
          <a:stretch>
            <a:fillRect/>
          </a:stretch>
        </p:blipFill>
        <p:spPr bwMode="auto">
          <a:xfrm>
            <a:off x="506437" y="3953022"/>
            <a:ext cx="7934178" cy="2461845"/>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IN" dirty="0" smtClean="0"/>
              <a:t>Modulation of a digital signal</a:t>
            </a:r>
            <a:endParaRPr lang="en-IN" dirty="0"/>
          </a:p>
        </p:txBody>
      </p:sp>
      <p:sp>
        <p:nvSpPr>
          <p:cNvPr id="9" name="Content Placeholder 8"/>
          <p:cNvSpPr>
            <a:spLocks noGrp="1"/>
          </p:cNvSpPr>
          <p:nvPr>
            <p:ph sz="quarter" idx="11"/>
          </p:nvPr>
        </p:nvSpPr>
        <p:spPr/>
        <p:txBody>
          <a:bodyPr/>
          <a:lstStyle/>
          <a:p>
            <a:endParaRPr lang="en-IN" dirty="0"/>
          </a:p>
        </p:txBody>
      </p:sp>
      <p:sp>
        <p:nvSpPr>
          <p:cNvPr id="10" name="Text Placeholder 9"/>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34</a:t>
            </a:fld>
            <a:endParaRPr lang="en-US"/>
          </a:p>
        </p:txBody>
      </p:sp>
      <p:pic>
        <p:nvPicPr>
          <p:cNvPr id="2050" name="Picture 2"/>
          <p:cNvPicPr>
            <a:picLocks noChangeAspect="1" noChangeArrowheads="1"/>
          </p:cNvPicPr>
          <p:nvPr/>
        </p:nvPicPr>
        <p:blipFill>
          <a:blip r:embed="rId2"/>
          <a:srcRect/>
          <a:stretch>
            <a:fillRect/>
          </a:stretch>
        </p:blipFill>
        <p:spPr bwMode="auto">
          <a:xfrm>
            <a:off x="239151" y="1237957"/>
            <a:ext cx="8595360" cy="5036234"/>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Examples</a:t>
            </a:r>
            <a:endParaRPr lang="en-IN" dirty="0"/>
          </a:p>
        </p:txBody>
      </p:sp>
      <p:sp>
        <p:nvSpPr>
          <p:cNvPr id="3" name="Content Placeholder 2"/>
          <p:cNvSpPr>
            <a:spLocks noGrp="1"/>
          </p:cNvSpPr>
          <p:nvPr>
            <p:ph sz="quarter" idx="11"/>
          </p:nvPr>
        </p:nvSpPr>
        <p:spPr/>
        <p:txBody>
          <a:bodyPr/>
          <a:lstStyle/>
          <a:p>
            <a:pPr algn="just">
              <a:lnSpc>
                <a:spcPct val="150000"/>
              </a:lnSpc>
              <a:buFont typeface="Arial" pitchFamily="34" charset="0"/>
              <a:buChar char="•"/>
            </a:pPr>
            <a:r>
              <a:rPr lang="en-IN" i="0" dirty="0" smtClean="0"/>
              <a:t>An example of broadband transmission using modulation is the sending of computer data through a telephone subscriber line, the line connecting a resident to the central telephone office</a:t>
            </a:r>
            <a:r>
              <a:rPr lang="en-IN" dirty="0" smtClean="0"/>
              <a:t>.</a:t>
            </a:r>
          </a:p>
          <a:p>
            <a:pPr algn="just">
              <a:lnSpc>
                <a:spcPct val="150000"/>
              </a:lnSpc>
              <a:buFont typeface="Arial" pitchFamily="34" charset="0"/>
              <a:buChar char="•"/>
            </a:pPr>
            <a:r>
              <a:rPr lang="en-IN" i="0" dirty="0" smtClean="0"/>
              <a:t>A second example is the digital cellular telephone.</a:t>
            </a:r>
            <a:endParaRPr lang="en-IN" i="0" dirty="0"/>
          </a:p>
        </p:txBody>
      </p:sp>
      <p:sp>
        <p:nvSpPr>
          <p:cNvPr id="5" name="Text Placeholder 4"/>
          <p:cNvSpPr>
            <a:spLocks noGrp="1"/>
          </p:cNvSpPr>
          <p:nvPr>
            <p:ph type="body" sz="quarter" idx="39"/>
          </p:nvPr>
        </p:nvSpPr>
        <p:spPr/>
        <p:txBody>
          <a:bodyPr/>
          <a:lstStyle/>
          <a:p>
            <a:endParaRPr lang="en-IN"/>
          </a:p>
        </p:txBody>
      </p:sp>
      <p:sp>
        <p:nvSpPr>
          <p:cNvPr id="6" name="Text Placeholder 5"/>
          <p:cNvSpPr>
            <a:spLocks noGrp="1"/>
          </p:cNvSpPr>
          <p:nvPr>
            <p:ph type="body" sz="quarter" idx="40"/>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xmlns="" id="{9EADB8BE-C7B3-45FE-A0E7-4820C0ED3499}"/>
              </a:ext>
            </a:extLst>
          </p:cNvPr>
          <p:cNvSpPr>
            <a:spLocks noGrp="1"/>
          </p:cNvSpPr>
          <p:nvPr>
            <p:ph type="title"/>
          </p:nvPr>
        </p:nvSpPr>
        <p:spPr>
          <a:xfrm>
            <a:off x="367152" y="201699"/>
            <a:ext cx="8458200" cy="678611"/>
          </a:xfrm>
        </p:spPr>
        <p:txBody>
          <a:bodyPr/>
          <a:lstStyle/>
          <a:p>
            <a:r>
              <a:rPr lang="en-US" altLang="en-US" i="0" dirty="0">
                <a:solidFill>
                  <a:schemeClr val="tx1"/>
                </a:solidFill>
                <a:latin typeface="+mj-lt"/>
              </a:rPr>
              <a:t>SIGNAL IMPAIRMENT</a:t>
            </a:r>
          </a:p>
        </p:txBody>
      </p:sp>
      <p:sp>
        <p:nvSpPr>
          <p:cNvPr id="8" name="Content Placeholder 2">
            <a:extLst>
              <a:ext uri="{FF2B5EF4-FFF2-40B4-BE49-F238E27FC236}">
                <a16:creationId xmlns:a16="http://schemas.microsoft.com/office/drawing/2014/main" xmlns="" id="{7FAEA6A5-BBAD-4D40-8C38-B02CFBC8F971}"/>
              </a:ext>
            </a:extLst>
          </p:cNvPr>
          <p:cNvSpPr>
            <a:spLocks noGrp="1"/>
          </p:cNvSpPr>
          <p:nvPr>
            <p:ph sz="quarter" idx="11"/>
          </p:nvPr>
        </p:nvSpPr>
        <p:spPr>
          <a:xfrm>
            <a:off x="367152" y="955702"/>
            <a:ext cx="8458200" cy="4974336"/>
          </a:xfrm>
        </p:spPr>
        <p:txBody>
          <a:bodyPr/>
          <a:lstStyle/>
          <a:p>
            <a:pPr marL="457200" indent="-457200" algn="just">
              <a:buFont typeface="Arial" panose="020B0604020202020204" pitchFamily="34" charset="0"/>
              <a:buChar char="•"/>
              <a:defRPr/>
            </a:pPr>
            <a:r>
              <a:rPr lang="en-US" sz="2800" i="0" dirty="0"/>
              <a:t>Signals travel through transmission media, which are not perfect. </a:t>
            </a:r>
          </a:p>
          <a:p>
            <a:pPr marL="457200" indent="-457200" algn="just">
              <a:buFont typeface="Arial" panose="020B0604020202020204" pitchFamily="34" charset="0"/>
              <a:buChar char="•"/>
              <a:defRPr/>
            </a:pPr>
            <a:r>
              <a:rPr lang="en-US" sz="2800" i="0" dirty="0"/>
              <a:t>The imperfection causes signal impairment. </a:t>
            </a:r>
          </a:p>
          <a:p>
            <a:pPr marL="457200" indent="-457200" algn="just">
              <a:buFont typeface="Arial" panose="020B0604020202020204" pitchFamily="34" charset="0"/>
              <a:buChar char="•"/>
              <a:defRPr/>
            </a:pPr>
            <a:r>
              <a:rPr lang="en-US" sz="2800" i="0" dirty="0"/>
              <a:t>This means that the signal at the beginning of the medium is not the same as the signal at the end of the medium. </a:t>
            </a:r>
          </a:p>
          <a:p>
            <a:pPr marL="457200" indent="-457200" algn="just">
              <a:buFont typeface="Arial" panose="020B0604020202020204" pitchFamily="34" charset="0"/>
              <a:buChar char="•"/>
              <a:defRPr/>
            </a:pPr>
            <a:r>
              <a:rPr lang="en-US" sz="2800" b="1" i="0" dirty="0"/>
              <a:t>“What is sent is not what is received”.</a:t>
            </a:r>
            <a:r>
              <a:rPr lang="en-US" sz="2800" i="0" dirty="0"/>
              <a:t> </a:t>
            </a:r>
          </a:p>
          <a:p>
            <a:pPr marL="457200" indent="-457200" algn="just">
              <a:buFont typeface="Arial" panose="020B0604020202020204" pitchFamily="34" charset="0"/>
              <a:buChar char="•"/>
              <a:defRPr/>
            </a:pPr>
            <a:r>
              <a:rPr lang="en-US" sz="2800" i="0" dirty="0"/>
              <a:t>Three causes of impairment are </a:t>
            </a:r>
            <a:r>
              <a:rPr lang="en-US" sz="2800" i="0" dirty="0">
                <a:solidFill>
                  <a:srgbClr val="C00000"/>
                </a:solidFill>
              </a:rPr>
              <a:t>attenuation</a:t>
            </a:r>
            <a:r>
              <a:rPr lang="en-US" sz="2800" i="0" dirty="0"/>
              <a:t>, </a:t>
            </a:r>
            <a:r>
              <a:rPr lang="en-US" sz="2800" i="0" dirty="0">
                <a:solidFill>
                  <a:srgbClr val="C00000"/>
                </a:solidFill>
              </a:rPr>
              <a:t>distortion</a:t>
            </a:r>
            <a:r>
              <a:rPr lang="en-US" sz="2800" i="0" dirty="0"/>
              <a:t>, and </a:t>
            </a:r>
            <a:r>
              <a:rPr lang="en-US" sz="2800" i="0" dirty="0">
                <a:solidFill>
                  <a:srgbClr val="C00000"/>
                </a:solidFill>
              </a:rPr>
              <a:t>noise</a:t>
            </a:r>
            <a:r>
              <a:rPr lang="en-US" sz="2800" i="0" dirty="0"/>
              <a:t>.</a:t>
            </a:r>
          </a:p>
        </p:txBody>
      </p:sp>
      <p:sp>
        <p:nvSpPr>
          <p:cNvPr id="2" name="Slide Number Placeholder 3">
            <a:extLst>
              <a:ext uri="{FF2B5EF4-FFF2-40B4-BE49-F238E27FC236}">
                <a16:creationId xmlns:a16="http://schemas.microsoft.com/office/drawing/2014/main" xmlns="" id="{517572FC-87DC-4A2A-BEA1-F3CF5CDDF58B}"/>
              </a:ext>
            </a:extLst>
          </p:cNvPr>
          <p:cNvSpPr>
            <a:spLocks noGrp="1"/>
          </p:cNvSpPr>
          <p:nvPr>
            <p:ph type="sldNum" sz="quarter" idx="10"/>
          </p:nvPr>
        </p:nvSpPr>
        <p:spPr/>
        <p:txBody>
          <a:bodyPr/>
          <a:lstStyle/>
          <a:p>
            <a:fld id="{68151E55-6873-49E2-B8D5-2F265E6F1973}" type="slidenum">
              <a:rPr lang="en-US" smtClean="0">
                <a:latin typeface="+mj-lt"/>
              </a:rPr>
              <a:pPr/>
              <a:t>36</a:t>
            </a:fld>
            <a:endParaRPr lang="en-US">
              <a:latin typeface="+mj-lt"/>
            </a:endParaRPr>
          </a:p>
        </p:txBody>
      </p:sp>
    </p:spTree>
    <p:extLst>
      <p:ext uri="{BB962C8B-B14F-4D97-AF65-F5344CB8AC3E}">
        <p14:creationId xmlns:p14="http://schemas.microsoft.com/office/powerpoint/2010/main" xmlns="" val="38872996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The original, attenuated, and amplified wave patterns are shown.">
            <a:extLst>
              <a:ext uri="{FF2B5EF4-FFF2-40B4-BE49-F238E27FC236}">
                <a16:creationId xmlns:a16="http://schemas.microsoft.com/office/drawing/2014/main" xmlns="" id="{18E7F41D-33FC-4028-8DD6-9EACE8FCC9F4}"/>
              </a:ext>
            </a:extLst>
          </p:cNvPr>
          <p:cNvPicPr>
            <a:picLocks noChangeAspect="1" noChangeArrowheads="1"/>
          </p:cNvPicPr>
          <p:nvPr/>
        </p:nvPicPr>
        <p:blipFill>
          <a:blip r:embed="rId2"/>
          <a:stretch>
            <a:fillRect/>
          </a:stretch>
        </p:blipFill>
        <p:spPr bwMode="auto">
          <a:xfrm>
            <a:off x="642057" y="3938953"/>
            <a:ext cx="8183295" cy="232116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7" name="Title 1">
            <a:extLst>
              <a:ext uri="{FF2B5EF4-FFF2-40B4-BE49-F238E27FC236}">
                <a16:creationId xmlns:a16="http://schemas.microsoft.com/office/drawing/2014/main" xmlns="" id="{9EADB8BE-C7B3-45FE-A0E7-4820C0ED3499}"/>
              </a:ext>
            </a:extLst>
          </p:cNvPr>
          <p:cNvSpPr>
            <a:spLocks noGrp="1"/>
          </p:cNvSpPr>
          <p:nvPr>
            <p:ph type="title"/>
          </p:nvPr>
        </p:nvSpPr>
        <p:spPr>
          <a:xfrm>
            <a:off x="367152" y="586409"/>
            <a:ext cx="8458200" cy="678611"/>
          </a:xfrm>
        </p:spPr>
        <p:txBody>
          <a:bodyPr/>
          <a:lstStyle/>
          <a:p>
            <a:r>
              <a:rPr lang="en-US" altLang="en-US" sz="2800" dirty="0">
                <a:solidFill>
                  <a:schemeClr val="tx1"/>
                </a:solidFill>
                <a:latin typeface="+mj-lt"/>
              </a:rPr>
              <a:t>Attenuation and Amplification</a:t>
            </a:r>
          </a:p>
        </p:txBody>
      </p:sp>
      <p:sp>
        <p:nvSpPr>
          <p:cNvPr id="8" name="Content Placeholder 2">
            <a:extLst>
              <a:ext uri="{FF2B5EF4-FFF2-40B4-BE49-F238E27FC236}">
                <a16:creationId xmlns:a16="http://schemas.microsoft.com/office/drawing/2014/main" xmlns="" id="{7FAEA6A5-BBAD-4D40-8C38-B02CFBC8F971}"/>
              </a:ext>
            </a:extLst>
          </p:cNvPr>
          <p:cNvSpPr>
            <a:spLocks noGrp="1"/>
          </p:cNvSpPr>
          <p:nvPr>
            <p:ph sz="quarter" idx="11"/>
          </p:nvPr>
        </p:nvSpPr>
        <p:spPr>
          <a:xfrm>
            <a:off x="342900" y="811450"/>
            <a:ext cx="8458200" cy="4927428"/>
          </a:xfrm>
        </p:spPr>
        <p:txBody>
          <a:bodyPr/>
          <a:lstStyle/>
          <a:p>
            <a:pPr algn="just">
              <a:defRPr/>
            </a:pPr>
            <a:endParaRPr lang="en-US" dirty="0"/>
          </a:p>
          <a:p>
            <a:pPr algn="just">
              <a:buFont typeface="Arial" pitchFamily="34" charset="0"/>
              <a:buChar char="•"/>
              <a:defRPr/>
            </a:pPr>
            <a:r>
              <a:rPr lang="en-US" sz="2800" i="0" dirty="0"/>
              <a:t>Attenuation means a loss of energy. </a:t>
            </a:r>
          </a:p>
          <a:p>
            <a:pPr algn="just">
              <a:buFont typeface="Arial" pitchFamily="34" charset="0"/>
              <a:buChar char="•"/>
              <a:defRPr/>
            </a:pPr>
            <a:r>
              <a:rPr lang="en-US" sz="2800" i="0" dirty="0"/>
              <a:t>To compensate for this loss we need amplification. </a:t>
            </a:r>
          </a:p>
          <a:p>
            <a:pPr algn="just">
              <a:buFont typeface="Arial" pitchFamily="34" charset="0"/>
              <a:buChar char="•"/>
              <a:defRPr/>
            </a:pPr>
            <a:r>
              <a:rPr lang="en-US" sz="2800" i="0" dirty="0"/>
              <a:t>When a signal, simple or composite, travels through a medium, it loses some of its energy in overcoming the resistance of the medium. </a:t>
            </a:r>
          </a:p>
        </p:txBody>
      </p:sp>
      <p:sp>
        <p:nvSpPr>
          <p:cNvPr id="2" name="Slide Number Placeholder 3">
            <a:extLst>
              <a:ext uri="{FF2B5EF4-FFF2-40B4-BE49-F238E27FC236}">
                <a16:creationId xmlns:a16="http://schemas.microsoft.com/office/drawing/2014/main" xmlns="" id="{517572FC-87DC-4A2A-BEA1-F3CF5CDDF58B}"/>
              </a:ext>
            </a:extLst>
          </p:cNvPr>
          <p:cNvSpPr>
            <a:spLocks noGrp="1"/>
          </p:cNvSpPr>
          <p:nvPr>
            <p:ph type="sldNum" sz="quarter" idx="10"/>
          </p:nvPr>
        </p:nvSpPr>
        <p:spPr/>
        <p:txBody>
          <a:bodyPr/>
          <a:lstStyle/>
          <a:p>
            <a:fld id="{68151E55-6873-49E2-B8D5-2F265E6F1973}" type="slidenum">
              <a:rPr lang="en-US" smtClean="0">
                <a:latin typeface="+mj-lt"/>
              </a:rPr>
              <a:pPr/>
              <a:t>37</a:t>
            </a:fld>
            <a:endParaRPr lang="en-US">
              <a:latin typeface="+mj-lt"/>
            </a:endParaRPr>
          </a:p>
        </p:txBody>
      </p:sp>
      <p:sp>
        <p:nvSpPr>
          <p:cNvPr id="9" name="Title 1">
            <a:extLst>
              <a:ext uri="{FF2B5EF4-FFF2-40B4-BE49-F238E27FC236}">
                <a16:creationId xmlns:a16="http://schemas.microsoft.com/office/drawing/2014/main" xmlns="" id="{9EADB8BE-C7B3-45FE-A0E7-4820C0ED3499}"/>
              </a:ext>
            </a:extLst>
          </p:cNvPr>
          <p:cNvSpPr txBox="1">
            <a:spLocks/>
          </p:cNvSpPr>
          <p:nvPr/>
        </p:nvSpPr>
        <p:spPr>
          <a:xfrm>
            <a:off x="367152" y="51550"/>
            <a:ext cx="8458200" cy="421756"/>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i="1" kern="1200">
                <a:solidFill>
                  <a:schemeClr val="tx2"/>
                </a:solidFill>
                <a:latin typeface="Times New Roman" panose="02020603050405020304" pitchFamily="18" charset="0"/>
                <a:ea typeface="+mj-ea"/>
                <a:cs typeface="Times New Roman" panose="02020603050405020304" pitchFamily="18" charset="0"/>
              </a:defRPr>
            </a:lvl1pPr>
          </a:lstStyle>
          <a:p>
            <a:r>
              <a:rPr lang="en-US" altLang="en-US" sz="3200" i="0" dirty="0">
                <a:solidFill>
                  <a:schemeClr val="tx1"/>
                </a:solidFill>
                <a:latin typeface="+mj-lt"/>
              </a:rPr>
              <a:t>SIGNAL IMPAIRMENT</a:t>
            </a:r>
          </a:p>
        </p:txBody>
      </p:sp>
    </p:spTree>
    <p:extLst>
      <p:ext uri="{BB962C8B-B14F-4D97-AF65-F5344CB8AC3E}">
        <p14:creationId xmlns:p14="http://schemas.microsoft.com/office/powerpoint/2010/main" xmlns="" val="12833432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Decibel</a:t>
            </a:r>
            <a:endParaRPr lang="en-IN" dirty="0"/>
          </a:p>
        </p:txBody>
      </p:sp>
      <p:sp>
        <p:nvSpPr>
          <p:cNvPr id="3" name="Content Placeholder 2"/>
          <p:cNvSpPr>
            <a:spLocks noGrp="1"/>
          </p:cNvSpPr>
          <p:nvPr>
            <p:ph sz="quarter" idx="11"/>
          </p:nvPr>
        </p:nvSpPr>
        <p:spPr>
          <a:xfrm>
            <a:off x="413238" y="981289"/>
            <a:ext cx="8458200" cy="2377440"/>
          </a:xfrm>
        </p:spPr>
        <p:txBody>
          <a:bodyPr/>
          <a:lstStyle/>
          <a:p>
            <a:pPr algn="just">
              <a:lnSpc>
                <a:spcPct val="150000"/>
              </a:lnSpc>
              <a:buFont typeface="Arial" pitchFamily="34" charset="0"/>
              <a:buChar char="•"/>
            </a:pPr>
            <a:r>
              <a:rPr lang="en-IN" i="0" dirty="0" smtClean="0"/>
              <a:t>To show that a signal has lost or gained strength, engineers use the unit of the decibel.</a:t>
            </a:r>
          </a:p>
          <a:p>
            <a:pPr>
              <a:lnSpc>
                <a:spcPct val="150000"/>
              </a:lnSpc>
              <a:buFont typeface="Arial" pitchFamily="34" charset="0"/>
              <a:buChar char="•"/>
            </a:pPr>
            <a:r>
              <a:rPr lang="en-IN" i="0" dirty="0" smtClean="0"/>
              <a:t>The decibel (dB) measures the relative strengths of two signals or one signal at two different points.</a:t>
            </a:r>
            <a:endParaRPr lang="en-IN" i="0" dirty="0"/>
          </a:p>
        </p:txBody>
      </p:sp>
      <p:sp>
        <p:nvSpPr>
          <p:cNvPr id="4" name="Content Placeholder 3"/>
          <p:cNvSpPr>
            <a:spLocks noGrp="1"/>
          </p:cNvSpPr>
          <p:nvPr>
            <p:ph sz="quarter" idx="15"/>
          </p:nvPr>
        </p:nvSpPr>
        <p:spPr>
          <a:xfrm>
            <a:off x="371036" y="3465642"/>
            <a:ext cx="8458200" cy="3005495"/>
          </a:xfrm>
        </p:spPr>
        <p:txBody>
          <a:bodyPr/>
          <a:lstStyle/>
          <a:p>
            <a:pPr algn="just">
              <a:lnSpc>
                <a:spcPct val="150000"/>
              </a:lnSpc>
              <a:buFont typeface="Arial" pitchFamily="34" charset="0"/>
              <a:buChar char="•"/>
            </a:pPr>
            <a:r>
              <a:rPr lang="en-IN" i="0" dirty="0" smtClean="0"/>
              <a:t>Note that the decibel is negative if a signal is attenuated and positive if a signal is amplified.</a:t>
            </a:r>
          </a:p>
          <a:p>
            <a:pPr algn="ctr">
              <a:lnSpc>
                <a:spcPct val="150000"/>
              </a:lnSpc>
            </a:pPr>
            <a:r>
              <a:rPr lang="en-IN" i="0" dirty="0" smtClean="0"/>
              <a:t>dB=10 log</a:t>
            </a:r>
            <a:r>
              <a:rPr lang="en-IN" i="0" baseline="-25000" dirty="0" smtClean="0"/>
              <a:t>10</a:t>
            </a:r>
            <a:r>
              <a:rPr lang="en-IN" i="0" dirty="0" smtClean="0"/>
              <a:t> P2/P1</a:t>
            </a:r>
          </a:p>
          <a:p>
            <a:pPr algn="just">
              <a:lnSpc>
                <a:spcPct val="150000"/>
              </a:lnSpc>
              <a:buFont typeface="Arial" pitchFamily="34" charset="0"/>
              <a:buChar char="•"/>
            </a:pPr>
            <a:r>
              <a:rPr lang="en-IN" i="0" dirty="0" smtClean="0"/>
              <a:t>Variables P1 and P2 are the powers of a signal at points 1 and 2, respectively.</a:t>
            </a:r>
            <a:endParaRPr lang="en-IN" i="0" dirty="0"/>
          </a:p>
        </p:txBody>
      </p:sp>
      <p:sp>
        <p:nvSpPr>
          <p:cNvPr id="5" name="Text Placeholder 4"/>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IN" dirty="0" smtClean="0"/>
              <a:t>Examples</a:t>
            </a:r>
            <a:endParaRPr lang="en-IN" dirty="0"/>
          </a:p>
        </p:txBody>
      </p:sp>
      <p:sp>
        <p:nvSpPr>
          <p:cNvPr id="9" name="Content Placeholder 8"/>
          <p:cNvSpPr>
            <a:spLocks noGrp="1"/>
          </p:cNvSpPr>
          <p:nvPr>
            <p:ph sz="quarter" idx="11"/>
          </p:nvPr>
        </p:nvSpPr>
        <p:spPr>
          <a:xfrm>
            <a:off x="342900" y="1276709"/>
            <a:ext cx="8458200" cy="4378503"/>
          </a:xfrm>
        </p:spPr>
        <p:txBody>
          <a:bodyPr/>
          <a:lstStyle/>
          <a:p>
            <a:pPr algn="just">
              <a:lnSpc>
                <a:spcPct val="150000"/>
              </a:lnSpc>
              <a:buFont typeface="Arial" pitchFamily="34" charset="0"/>
              <a:buChar char="•"/>
            </a:pPr>
            <a:r>
              <a:rPr lang="en-IN" i="0" dirty="0" smtClean="0"/>
              <a:t>Suppose a signal travels through a transmission medium and its power is reduced to one-half. This means that P2 =1/2 P1. In this case, the attenuation (loss of power) can be calculated as</a:t>
            </a:r>
          </a:p>
          <a:p>
            <a:endParaRPr lang="en-IN" dirty="0" smtClean="0"/>
          </a:p>
          <a:p>
            <a:endParaRPr lang="en-IN" dirty="0" smtClean="0"/>
          </a:p>
          <a:p>
            <a:pPr>
              <a:buFont typeface="Arial" pitchFamily="34" charset="0"/>
              <a:buChar char="•"/>
            </a:pPr>
            <a:endParaRPr lang="en-IN" i="0" dirty="0" smtClean="0"/>
          </a:p>
          <a:p>
            <a:pPr>
              <a:buFont typeface="Arial" pitchFamily="34" charset="0"/>
              <a:buChar char="•"/>
            </a:pPr>
            <a:endParaRPr lang="en-IN" i="0" dirty="0" smtClean="0"/>
          </a:p>
          <a:p>
            <a:pPr>
              <a:buFont typeface="Arial" pitchFamily="34" charset="0"/>
              <a:buChar char="•"/>
            </a:pPr>
            <a:r>
              <a:rPr lang="en-IN" i="0" dirty="0" smtClean="0"/>
              <a:t>A loss of 3 dB (−3 dB) is equivalent to losing one-half the power.</a:t>
            </a:r>
          </a:p>
          <a:p>
            <a:endParaRPr lang="en-IN" dirty="0" smtClean="0"/>
          </a:p>
        </p:txBody>
      </p:sp>
      <p:sp>
        <p:nvSpPr>
          <p:cNvPr id="14" name="Text Placeholder 13"/>
          <p:cNvSpPr>
            <a:spLocks noGrp="1"/>
          </p:cNvSpPr>
          <p:nvPr>
            <p:ph type="body" sz="quarter" idx="39"/>
          </p:nvPr>
        </p:nvSpPr>
        <p:spPr/>
        <p:txBody>
          <a:bodyPr/>
          <a:lstStyle/>
          <a:p>
            <a:endParaRPr lang="en-IN"/>
          </a:p>
        </p:txBody>
      </p:sp>
      <p:sp>
        <p:nvSpPr>
          <p:cNvPr id="15" name="Text Placeholder 14"/>
          <p:cNvSpPr>
            <a:spLocks noGrp="1"/>
          </p:cNvSpPr>
          <p:nvPr>
            <p:ph type="body" sz="quarter" idx="40"/>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39</a:t>
            </a:fld>
            <a:endParaRPr lang="en-US"/>
          </a:p>
        </p:txBody>
      </p:sp>
      <p:pic>
        <p:nvPicPr>
          <p:cNvPr id="3075" name="Picture 3"/>
          <p:cNvPicPr>
            <a:picLocks noGrp="1" noChangeAspect="1" noChangeArrowheads="1"/>
          </p:cNvPicPr>
          <p:nvPr>
            <p:ph sz="quarter" idx="15"/>
          </p:nvPr>
        </p:nvPicPr>
        <p:blipFill>
          <a:blip r:embed="rId2"/>
          <a:srcRect/>
          <a:stretch>
            <a:fillRect/>
          </a:stretch>
        </p:blipFill>
        <p:spPr bwMode="auto">
          <a:xfrm>
            <a:off x="886265" y="3210290"/>
            <a:ext cx="7385537" cy="1291372"/>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Examples</a:t>
            </a:r>
            <a:endParaRPr lang="en-IN" dirty="0"/>
          </a:p>
        </p:txBody>
      </p:sp>
      <p:sp>
        <p:nvSpPr>
          <p:cNvPr id="3" name="Content Placeholder 2"/>
          <p:cNvSpPr>
            <a:spLocks noGrp="1"/>
          </p:cNvSpPr>
          <p:nvPr>
            <p:ph sz="quarter" idx="11"/>
          </p:nvPr>
        </p:nvSpPr>
        <p:spPr>
          <a:xfrm>
            <a:off x="342900" y="1276709"/>
            <a:ext cx="8458200" cy="3421899"/>
          </a:xfrm>
        </p:spPr>
        <p:txBody>
          <a:bodyPr/>
          <a:lstStyle/>
          <a:p>
            <a:pPr algn="just">
              <a:lnSpc>
                <a:spcPct val="150000"/>
              </a:lnSpc>
              <a:buFont typeface="Arial" pitchFamily="34" charset="0"/>
              <a:buChar char="•"/>
            </a:pPr>
            <a:r>
              <a:rPr lang="en-IN" i="0" dirty="0" smtClean="0"/>
              <a:t>One reason that engineers use the decibel to measure the changes in the strength of a signal is that decibel numbers can be added (or subtracted) when we are measuring several points (cascading) instead of just two</a:t>
            </a:r>
            <a:r>
              <a:rPr lang="en-IN" dirty="0" smtClean="0"/>
              <a:t>.</a:t>
            </a:r>
          </a:p>
          <a:p>
            <a:pPr algn="just">
              <a:lnSpc>
                <a:spcPct val="150000"/>
              </a:lnSpc>
              <a:buFont typeface="Arial" pitchFamily="34" charset="0"/>
              <a:buChar char="•"/>
            </a:pPr>
            <a:r>
              <a:rPr lang="en-IN" i="0" dirty="0" smtClean="0"/>
              <a:t>In this case, the decibel value can be calculated as</a:t>
            </a:r>
          </a:p>
          <a:p>
            <a:pPr algn="ctr">
              <a:lnSpc>
                <a:spcPct val="150000"/>
              </a:lnSpc>
            </a:pPr>
            <a:r>
              <a:rPr lang="en-IN" i="0" dirty="0" smtClean="0"/>
              <a:t>dB=-3+7-3= 1</a:t>
            </a:r>
          </a:p>
          <a:p>
            <a:pPr algn="just">
              <a:lnSpc>
                <a:spcPct val="150000"/>
              </a:lnSpc>
              <a:buFont typeface="Arial" pitchFamily="34" charset="0"/>
              <a:buChar char="•"/>
            </a:pPr>
            <a:endParaRPr lang="en-IN" dirty="0" smtClean="0"/>
          </a:p>
          <a:p>
            <a:pPr algn="just">
              <a:lnSpc>
                <a:spcPct val="150000"/>
              </a:lnSpc>
              <a:buFont typeface="Arial" pitchFamily="34" charset="0"/>
              <a:buChar char="•"/>
            </a:pPr>
            <a:endParaRPr lang="en-IN" dirty="0" smtClean="0"/>
          </a:p>
          <a:p>
            <a:pPr algn="just">
              <a:lnSpc>
                <a:spcPct val="150000"/>
              </a:lnSpc>
              <a:buFont typeface="Arial" pitchFamily="34" charset="0"/>
              <a:buChar char="•"/>
            </a:pPr>
            <a:endParaRPr lang="en-IN" dirty="0" smtClean="0"/>
          </a:p>
          <a:p>
            <a:pPr algn="just">
              <a:lnSpc>
                <a:spcPct val="150000"/>
              </a:lnSpc>
              <a:buFont typeface="Arial" pitchFamily="34" charset="0"/>
              <a:buChar char="•"/>
            </a:pPr>
            <a:endParaRPr lang="en-IN" dirty="0" smtClean="0"/>
          </a:p>
          <a:p>
            <a:pPr algn="just">
              <a:lnSpc>
                <a:spcPct val="150000"/>
              </a:lnSpc>
              <a:buFont typeface="Arial" pitchFamily="34" charset="0"/>
              <a:buChar char="•"/>
            </a:pPr>
            <a:endParaRPr lang="en-IN" dirty="0"/>
          </a:p>
        </p:txBody>
      </p:sp>
      <p:sp>
        <p:nvSpPr>
          <p:cNvPr id="11" name="Text Placeholder 10"/>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40</a:t>
            </a:fld>
            <a:endParaRPr lang="en-US"/>
          </a:p>
        </p:txBody>
      </p:sp>
      <p:pic>
        <p:nvPicPr>
          <p:cNvPr id="5124" name="Picture 4"/>
          <p:cNvPicPr>
            <a:picLocks noGrp="1" noChangeAspect="1" noChangeArrowheads="1"/>
          </p:cNvPicPr>
          <p:nvPr>
            <p:ph sz="quarter" idx="15"/>
          </p:nvPr>
        </p:nvPicPr>
        <p:blipFill>
          <a:blip r:embed="rId2"/>
          <a:srcRect/>
          <a:stretch>
            <a:fillRect/>
          </a:stretch>
        </p:blipFill>
        <p:spPr bwMode="auto">
          <a:xfrm>
            <a:off x="829994" y="4726745"/>
            <a:ext cx="7399605" cy="1849681"/>
          </a:xfrm>
          <a:prstGeom prst="rect">
            <a:avLst/>
          </a:prstGeom>
          <a:noFill/>
          <a:ln w="9525">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xmlns="" id="{7FAEA6A5-BBAD-4D40-8C38-B02CFBC8F971}"/>
              </a:ext>
            </a:extLst>
          </p:cNvPr>
          <p:cNvSpPr>
            <a:spLocks noGrp="1"/>
          </p:cNvSpPr>
          <p:nvPr>
            <p:ph sz="quarter" idx="11"/>
          </p:nvPr>
        </p:nvSpPr>
        <p:spPr>
          <a:xfrm>
            <a:off x="367152" y="789448"/>
            <a:ext cx="8636120" cy="5440436"/>
          </a:xfrm>
        </p:spPr>
        <p:txBody>
          <a:bodyPr/>
          <a:lstStyle/>
          <a:p>
            <a:pPr algn="just">
              <a:defRPr/>
            </a:pPr>
            <a:r>
              <a:rPr lang="en-US" b="1" i="0" dirty="0"/>
              <a:t>Distortion</a:t>
            </a:r>
          </a:p>
          <a:p>
            <a:pPr marL="342900" indent="-342900" algn="just">
              <a:lnSpc>
                <a:spcPct val="150000"/>
              </a:lnSpc>
              <a:buFont typeface="Arial" panose="020B0604020202020204" pitchFamily="34" charset="0"/>
              <a:buChar char="•"/>
              <a:defRPr/>
            </a:pPr>
            <a:r>
              <a:rPr lang="en-US" i="0" dirty="0"/>
              <a:t>Distortion means that the signal changes its </a:t>
            </a:r>
            <a:r>
              <a:rPr lang="en-US" b="1" i="0" dirty="0"/>
              <a:t>form or shape</a:t>
            </a:r>
            <a:r>
              <a:rPr lang="en-US" i="0" dirty="0"/>
              <a:t>. </a:t>
            </a:r>
          </a:p>
          <a:p>
            <a:pPr marL="342900" indent="-342900" algn="just">
              <a:lnSpc>
                <a:spcPct val="150000"/>
              </a:lnSpc>
              <a:buFont typeface="Arial" panose="020B0604020202020204" pitchFamily="34" charset="0"/>
              <a:buChar char="•"/>
              <a:defRPr/>
            </a:pPr>
            <a:r>
              <a:rPr lang="en-US" i="0" dirty="0"/>
              <a:t>Distortion can occur in a composite signal made up of different frequencies</a:t>
            </a:r>
            <a:r>
              <a:rPr lang="en-US" i="0" dirty="0" smtClean="0"/>
              <a:t>.</a:t>
            </a:r>
          </a:p>
          <a:p>
            <a:pPr lvl="1" algn="just">
              <a:lnSpc>
                <a:spcPct val="150000"/>
              </a:lnSpc>
            </a:pPr>
            <a:r>
              <a:rPr lang="en-IN" i="0" dirty="0" smtClean="0"/>
              <a:t>Each signal component has its own propagation speed (see the next section) through a medium and, therefore, its own delay in arriving at the final destination.</a:t>
            </a:r>
            <a:endParaRPr lang="en-US" i="0" dirty="0"/>
          </a:p>
          <a:p>
            <a:pPr lvl="1" algn="just">
              <a:lnSpc>
                <a:spcPct val="150000"/>
              </a:lnSpc>
            </a:pPr>
            <a:r>
              <a:rPr lang="en-IN" i="0" dirty="0" smtClean="0"/>
              <a:t>Signal components at the receiver have phases different from what they had at the sender.</a:t>
            </a:r>
            <a:endParaRPr lang="en-US" altLang="en-US" b="1" i="0" dirty="0">
              <a:solidFill>
                <a:schemeClr val="tx1"/>
              </a:solidFill>
            </a:endParaRPr>
          </a:p>
          <a:p>
            <a:pPr algn="just">
              <a:defRPr/>
            </a:pPr>
            <a:endParaRPr lang="en-US" dirty="0"/>
          </a:p>
          <a:p>
            <a:pPr algn="just">
              <a:defRPr/>
            </a:pPr>
            <a:endParaRPr lang="en-US" dirty="0"/>
          </a:p>
          <a:p>
            <a:pPr algn="just">
              <a:defRPr/>
            </a:pPr>
            <a:endParaRPr lang="en-US" dirty="0"/>
          </a:p>
        </p:txBody>
      </p:sp>
      <p:sp>
        <p:nvSpPr>
          <p:cNvPr id="2" name="Slide Number Placeholder 3">
            <a:extLst>
              <a:ext uri="{FF2B5EF4-FFF2-40B4-BE49-F238E27FC236}">
                <a16:creationId xmlns:a16="http://schemas.microsoft.com/office/drawing/2014/main" xmlns="" id="{DD920552-103F-4AB5-B4D0-E94DBA7BF4BC}"/>
              </a:ext>
            </a:extLst>
          </p:cNvPr>
          <p:cNvSpPr>
            <a:spLocks noGrp="1"/>
          </p:cNvSpPr>
          <p:nvPr>
            <p:ph type="sldNum" sz="quarter" idx="10"/>
          </p:nvPr>
        </p:nvSpPr>
        <p:spPr/>
        <p:txBody>
          <a:bodyPr/>
          <a:lstStyle/>
          <a:p>
            <a:fld id="{68151E55-6873-49E2-B8D5-2F265E6F1973}" type="slidenum">
              <a:rPr lang="en-US" smtClean="0">
                <a:latin typeface="+mj-lt"/>
              </a:rPr>
              <a:pPr/>
              <a:t>41</a:t>
            </a:fld>
            <a:endParaRPr lang="en-US">
              <a:latin typeface="+mj-lt"/>
            </a:endParaRPr>
          </a:p>
        </p:txBody>
      </p:sp>
      <p:sp>
        <p:nvSpPr>
          <p:cNvPr id="9" name="Title 1">
            <a:extLst>
              <a:ext uri="{FF2B5EF4-FFF2-40B4-BE49-F238E27FC236}">
                <a16:creationId xmlns:a16="http://schemas.microsoft.com/office/drawing/2014/main" xmlns="" id="{9EADB8BE-C7B3-45FE-A0E7-4820C0ED3499}"/>
              </a:ext>
            </a:extLst>
          </p:cNvPr>
          <p:cNvSpPr>
            <a:spLocks noGrp="1"/>
          </p:cNvSpPr>
          <p:nvPr>
            <p:ph type="title"/>
          </p:nvPr>
        </p:nvSpPr>
        <p:spPr>
          <a:xfrm>
            <a:off x="367152" y="110837"/>
            <a:ext cx="8458200" cy="678611"/>
          </a:xfrm>
        </p:spPr>
        <p:txBody>
          <a:bodyPr/>
          <a:lstStyle/>
          <a:p>
            <a:r>
              <a:rPr lang="en-US" altLang="en-US" i="0" dirty="0">
                <a:solidFill>
                  <a:schemeClr val="tx1"/>
                </a:solidFill>
                <a:latin typeface="+mj-lt"/>
              </a:rPr>
              <a:t> </a:t>
            </a:r>
            <a:r>
              <a:rPr lang="en-US" altLang="en-US" sz="2800" i="0" dirty="0">
                <a:solidFill>
                  <a:schemeClr val="tx1"/>
                </a:solidFill>
                <a:latin typeface="+mj-lt"/>
              </a:rPr>
              <a:t>SIGNAL IMPAIRMENT</a:t>
            </a:r>
            <a:endParaRPr lang="en-US" altLang="en-US" i="0" dirty="0">
              <a:solidFill>
                <a:schemeClr val="tx1"/>
              </a:solidFill>
              <a:latin typeface="+mj-lt"/>
            </a:endParaRPr>
          </a:p>
        </p:txBody>
      </p:sp>
    </p:spTree>
    <p:extLst>
      <p:ext uri="{BB962C8B-B14F-4D97-AF65-F5344CB8AC3E}">
        <p14:creationId xmlns:p14="http://schemas.microsoft.com/office/powerpoint/2010/main" xmlns="" val="1792399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i="0" dirty="0" smtClean="0">
                <a:solidFill>
                  <a:schemeClr val="tx1"/>
                </a:solidFill>
              </a:rPr>
              <a:t>SIGNAL IMPAIRMENT</a:t>
            </a:r>
            <a:endParaRPr lang="en-IN" dirty="0"/>
          </a:p>
        </p:txBody>
      </p:sp>
      <p:sp>
        <p:nvSpPr>
          <p:cNvPr id="5" name="Text Placeholder 4"/>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42</a:t>
            </a:fld>
            <a:endParaRPr lang="en-US"/>
          </a:p>
        </p:txBody>
      </p:sp>
      <p:pic>
        <p:nvPicPr>
          <p:cNvPr id="6146" name="Picture 2"/>
          <p:cNvPicPr>
            <a:picLocks noGrp="1" noChangeAspect="1" noChangeArrowheads="1"/>
          </p:cNvPicPr>
          <p:nvPr>
            <p:ph sz="quarter" idx="11"/>
          </p:nvPr>
        </p:nvPicPr>
        <p:blipFill>
          <a:blip r:embed="rId2"/>
          <a:srcRect/>
          <a:stretch>
            <a:fillRect/>
          </a:stretch>
        </p:blipFill>
        <p:spPr bwMode="auto">
          <a:xfrm>
            <a:off x="309489" y="1276350"/>
            <a:ext cx="8131126" cy="4210050"/>
          </a:xfrm>
          <a:prstGeom prst="rect">
            <a:avLst/>
          </a:prstGeom>
          <a:noFill/>
          <a:ln w="9525">
            <a:noFill/>
            <a:miter lim="800000"/>
            <a:headEnd/>
            <a:tailEnd/>
          </a:ln>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04F499-DB4E-9625-2738-B11FFEDD5F71}"/>
              </a:ext>
            </a:extLst>
          </p:cNvPr>
          <p:cNvSpPr>
            <a:spLocks noGrp="1"/>
          </p:cNvSpPr>
          <p:nvPr>
            <p:ph type="title"/>
          </p:nvPr>
        </p:nvSpPr>
        <p:spPr/>
        <p:txBody>
          <a:bodyPr/>
          <a:lstStyle/>
          <a:p>
            <a:r>
              <a:rPr lang="en-US" altLang="en-US" sz="2400" i="0" dirty="0">
                <a:solidFill>
                  <a:schemeClr val="tx1"/>
                </a:solidFill>
                <a:latin typeface="+mj-lt"/>
              </a:rPr>
              <a:t>SIGNAL IMPAIRMENT</a:t>
            </a:r>
            <a:endParaRPr lang="en-IN" dirty="0"/>
          </a:p>
        </p:txBody>
      </p:sp>
      <p:sp>
        <p:nvSpPr>
          <p:cNvPr id="3" name="Content Placeholder 2">
            <a:extLst>
              <a:ext uri="{FF2B5EF4-FFF2-40B4-BE49-F238E27FC236}">
                <a16:creationId xmlns:a16="http://schemas.microsoft.com/office/drawing/2014/main" xmlns="" id="{BB1C16B7-6238-4F9A-8AD3-32409ABC381B}"/>
              </a:ext>
            </a:extLst>
          </p:cNvPr>
          <p:cNvSpPr>
            <a:spLocks noGrp="1"/>
          </p:cNvSpPr>
          <p:nvPr>
            <p:ph sz="quarter" idx="11"/>
          </p:nvPr>
        </p:nvSpPr>
        <p:spPr>
          <a:xfrm>
            <a:off x="449904" y="983411"/>
            <a:ext cx="8458200" cy="5628404"/>
          </a:xfrm>
        </p:spPr>
        <p:txBody>
          <a:bodyPr/>
          <a:lstStyle/>
          <a:p>
            <a:pPr algn="just">
              <a:defRPr/>
            </a:pPr>
            <a:r>
              <a:rPr lang="en-US" altLang="en-US" b="1" i="0" dirty="0">
                <a:solidFill>
                  <a:schemeClr val="tx1"/>
                </a:solidFill>
              </a:rPr>
              <a:t>Noise</a:t>
            </a:r>
            <a:endParaRPr lang="en-US" b="1" i="0" dirty="0"/>
          </a:p>
          <a:p>
            <a:pPr marL="342900" indent="-342900" algn="just">
              <a:buFont typeface="Arial" panose="020B0604020202020204" pitchFamily="34" charset="0"/>
              <a:buChar char="•"/>
              <a:defRPr/>
            </a:pPr>
            <a:r>
              <a:rPr lang="en-US" i="0" dirty="0"/>
              <a:t>Noise is another cause of impairment. </a:t>
            </a:r>
          </a:p>
          <a:p>
            <a:pPr marL="342900" indent="-342900" algn="just">
              <a:lnSpc>
                <a:spcPct val="150000"/>
              </a:lnSpc>
              <a:buFont typeface="Arial" panose="020B0604020202020204" pitchFamily="34" charset="0"/>
              <a:buChar char="•"/>
              <a:defRPr/>
            </a:pPr>
            <a:r>
              <a:rPr lang="en-US" i="0" dirty="0"/>
              <a:t>Several type of noise </a:t>
            </a:r>
            <a:r>
              <a:rPr lang="en-IN" i="0" dirty="0" smtClean="0"/>
              <a:t>such as thermal noise, induced noise, crosstalk, and impulse noise, may corrupt the signal.</a:t>
            </a:r>
            <a:r>
              <a:rPr lang="en-US" b="1" i="0" dirty="0" smtClean="0"/>
              <a:t>  </a:t>
            </a:r>
          </a:p>
          <a:p>
            <a:pPr marL="342900" indent="-342900" algn="just">
              <a:lnSpc>
                <a:spcPct val="150000"/>
              </a:lnSpc>
              <a:buFont typeface="Arial" panose="020B0604020202020204" pitchFamily="34" charset="0"/>
              <a:buChar char="•"/>
              <a:defRPr/>
            </a:pPr>
            <a:r>
              <a:rPr lang="en-IN" i="0" dirty="0" smtClean="0"/>
              <a:t>Thermal noise is the random motion of electrons in a wire, which creates an extra signal not originally sent by the transmitter.</a:t>
            </a:r>
            <a:r>
              <a:rPr lang="en-US" b="1" i="0" dirty="0" smtClean="0"/>
              <a:t>         </a:t>
            </a:r>
          </a:p>
          <a:p>
            <a:pPr lvl="1" algn="just">
              <a:lnSpc>
                <a:spcPct val="150000"/>
              </a:lnSpc>
            </a:pPr>
            <a:r>
              <a:rPr lang="en-IN" i="0" dirty="0" smtClean="0"/>
              <a:t>Induced noise comes from sources such as motors and appliances. These devices act as a sending antenna, and the transmission medium acts as the receiving antenna.</a:t>
            </a:r>
            <a:endParaRPr lang="en-US" b="1" i="0" dirty="0"/>
          </a:p>
        </p:txBody>
      </p:sp>
      <p:sp>
        <p:nvSpPr>
          <p:cNvPr id="5" name="Text Placeholder 4">
            <a:extLst>
              <a:ext uri="{FF2B5EF4-FFF2-40B4-BE49-F238E27FC236}">
                <a16:creationId xmlns:a16="http://schemas.microsoft.com/office/drawing/2014/main" xmlns="" id="{13E8BE76-1FB4-2280-210A-975600C5AE95}"/>
              </a:ext>
            </a:extLst>
          </p:cNvPr>
          <p:cNvSpPr>
            <a:spLocks noGrp="1"/>
          </p:cNvSpPr>
          <p:nvPr>
            <p:ph type="body" sz="quarter" idx="39"/>
          </p:nvPr>
        </p:nvSpPr>
        <p:spPr/>
        <p:txBody>
          <a:bodyPr/>
          <a:lstStyle/>
          <a:p>
            <a:endParaRPr lang="en-IN" dirty="0"/>
          </a:p>
        </p:txBody>
      </p:sp>
      <p:sp>
        <p:nvSpPr>
          <p:cNvPr id="7" name="Slide Number Placeholder 6">
            <a:extLst>
              <a:ext uri="{FF2B5EF4-FFF2-40B4-BE49-F238E27FC236}">
                <a16:creationId xmlns:a16="http://schemas.microsoft.com/office/drawing/2014/main" xmlns="" id="{17D4A000-5FED-25FC-780F-FE594DC7DE82}"/>
              </a:ext>
            </a:extLst>
          </p:cNvPr>
          <p:cNvSpPr>
            <a:spLocks noGrp="1"/>
          </p:cNvSpPr>
          <p:nvPr>
            <p:ph type="sldNum" sz="quarter" idx="10"/>
          </p:nvPr>
        </p:nvSpPr>
        <p:spPr/>
        <p:txBody>
          <a:bodyPr/>
          <a:lstStyle/>
          <a:p>
            <a:fld id="{68151E55-6873-49E2-B8D5-2F265E6F1973}" type="slidenum">
              <a:rPr lang="en-US" smtClean="0"/>
              <a:pPr/>
              <a:t>43</a:t>
            </a:fld>
            <a:endParaRPr lang="en-US"/>
          </a:p>
        </p:txBody>
      </p:sp>
    </p:spTree>
    <p:extLst>
      <p:ext uri="{BB962C8B-B14F-4D97-AF65-F5344CB8AC3E}">
        <p14:creationId xmlns:p14="http://schemas.microsoft.com/office/powerpoint/2010/main" xmlns="" val="383301485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i="0" dirty="0" smtClean="0">
                <a:solidFill>
                  <a:schemeClr val="tx1"/>
                </a:solidFill>
              </a:rPr>
              <a:t>SIGNAL IMPAIRMENT</a:t>
            </a:r>
            <a:endParaRPr lang="en-IN" dirty="0"/>
          </a:p>
        </p:txBody>
      </p:sp>
      <p:sp>
        <p:nvSpPr>
          <p:cNvPr id="3" name="Content Placeholder 2"/>
          <p:cNvSpPr>
            <a:spLocks noGrp="1"/>
          </p:cNvSpPr>
          <p:nvPr>
            <p:ph sz="quarter" idx="11"/>
          </p:nvPr>
        </p:nvSpPr>
        <p:spPr>
          <a:xfrm>
            <a:off x="328832" y="1093830"/>
            <a:ext cx="8458200" cy="2394958"/>
          </a:xfrm>
        </p:spPr>
        <p:txBody>
          <a:bodyPr/>
          <a:lstStyle/>
          <a:p>
            <a:pPr>
              <a:lnSpc>
                <a:spcPct val="150000"/>
              </a:lnSpc>
              <a:buFont typeface="Arial" pitchFamily="34" charset="0"/>
              <a:buChar char="•"/>
            </a:pPr>
            <a:r>
              <a:rPr lang="en-IN" i="0" dirty="0" smtClean="0"/>
              <a:t>Crosstalk is the effect of one wire on the other. One wire acts as a</a:t>
            </a:r>
          </a:p>
          <a:p>
            <a:pPr>
              <a:lnSpc>
                <a:spcPct val="150000"/>
              </a:lnSpc>
            </a:pPr>
            <a:r>
              <a:rPr lang="en-IN" i="0" dirty="0" smtClean="0"/>
              <a:t>sending antenna and the other as the receiving antenna.</a:t>
            </a:r>
          </a:p>
          <a:p>
            <a:pPr algn="just">
              <a:lnSpc>
                <a:spcPct val="150000"/>
              </a:lnSpc>
              <a:buFont typeface="Arial" pitchFamily="34" charset="0"/>
              <a:buChar char="•"/>
            </a:pPr>
            <a:r>
              <a:rPr lang="en-IN" i="0" dirty="0" smtClean="0"/>
              <a:t>Impulse noise is a spike (a signal with high energy in a very short time) that comes from power lines, lightning, and so on.</a:t>
            </a:r>
            <a:endParaRPr lang="en-IN" i="0" dirty="0"/>
          </a:p>
        </p:txBody>
      </p:sp>
      <p:sp>
        <p:nvSpPr>
          <p:cNvPr id="5" name="Text Placeholder 4"/>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44</a:t>
            </a:fld>
            <a:endParaRPr lang="en-US"/>
          </a:p>
        </p:txBody>
      </p:sp>
      <p:pic>
        <p:nvPicPr>
          <p:cNvPr id="7170" name="Picture 2"/>
          <p:cNvPicPr>
            <a:picLocks noGrp="1" noChangeAspect="1" noChangeArrowheads="1"/>
          </p:cNvPicPr>
          <p:nvPr>
            <p:ph sz="quarter" idx="15"/>
          </p:nvPr>
        </p:nvPicPr>
        <p:blipFill>
          <a:blip r:embed="rId2"/>
          <a:srcRect/>
          <a:stretch>
            <a:fillRect/>
          </a:stretch>
        </p:blipFill>
        <p:spPr bwMode="auto">
          <a:xfrm>
            <a:off x="731520" y="3784209"/>
            <a:ext cx="7441809" cy="2391507"/>
          </a:xfrm>
          <a:prstGeom prst="rect">
            <a:avLst/>
          </a:prstGeom>
          <a:noFill/>
          <a:ln w="9525">
            <a:noFill/>
            <a:miter lim="800000"/>
            <a:headEnd/>
            <a:tailEnd/>
          </a:ln>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Signal-to-Noise Ratio (SNR)</a:t>
            </a:r>
            <a:endParaRPr lang="en-IN" dirty="0"/>
          </a:p>
        </p:txBody>
      </p:sp>
      <p:sp>
        <p:nvSpPr>
          <p:cNvPr id="3" name="Content Placeholder 2"/>
          <p:cNvSpPr>
            <a:spLocks noGrp="1"/>
          </p:cNvSpPr>
          <p:nvPr>
            <p:ph sz="quarter" idx="11"/>
          </p:nvPr>
        </p:nvSpPr>
        <p:spPr>
          <a:xfrm>
            <a:off x="342900" y="1276709"/>
            <a:ext cx="8458200" cy="4659857"/>
          </a:xfrm>
        </p:spPr>
        <p:txBody>
          <a:bodyPr/>
          <a:lstStyle/>
          <a:p>
            <a:pPr algn="just">
              <a:buFont typeface="Arial" pitchFamily="34" charset="0"/>
              <a:buChar char="•"/>
            </a:pPr>
            <a:r>
              <a:rPr lang="en-IN" i="0" dirty="0" smtClean="0"/>
              <a:t>The </a:t>
            </a:r>
            <a:r>
              <a:rPr lang="en-IN" b="1" i="0" dirty="0" smtClean="0"/>
              <a:t>signal-to-noise ratio is defined as</a:t>
            </a:r>
          </a:p>
          <a:p>
            <a:pPr algn="just">
              <a:buFont typeface="Arial" pitchFamily="34" charset="0"/>
              <a:buChar char="•"/>
            </a:pPr>
            <a:endParaRPr lang="en-IN" b="1" i="0" dirty="0" smtClean="0"/>
          </a:p>
          <a:p>
            <a:pPr algn="just">
              <a:buFont typeface="Arial" pitchFamily="34" charset="0"/>
              <a:buChar char="•"/>
            </a:pPr>
            <a:endParaRPr lang="en-IN" i="0" dirty="0" smtClean="0"/>
          </a:p>
          <a:p>
            <a:pPr algn="just">
              <a:buFont typeface="Arial" pitchFamily="34" charset="0"/>
              <a:buChar char="•"/>
            </a:pPr>
            <a:endParaRPr lang="en-IN" i="0" dirty="0" smtClean="0"/>
          </a:p>
          <a:p>
            <a:pPr algn="just">
              <a:lnSpc>
                <a:spcPct val="150000"/>
              </a:lnSpc>
              <a:buFont typeface="Arial" pitchFamily="34" charset="0"/>
              <a:buChar char="•"/>
            </a:pPr>
            <a:r>
              <a:rPr lang="en-IN" i="0" dirty="0" smtClean="0"/>
              <a:t>SNR is actually the ratio of what is wanted (signal) to what is not wanted (noise).</a:t>
            </a:r>
          </a:p>
          <a:p>
            <a:pPr algn="just">
              <a:lnSpc>
                <a:spcPct val="150000"/>
              </a:lnSpc>
              <a:buFont typeface="Arial" pitchFamily="34" charset="0"/>
              <a:buChar char="•"/>
            </a:pPr>
            <a:r>
              <a:rPr lang="en-IN" i="0" dirty="0" smtClean="0"/>
              <a:t>A high SNR means the signal is less corrupted by noise; a low SNR means the signal is more corrupted by noise.</a:t>
            </a:r>
            <a:endParaRPr lang="en-IN" i="0" dirty="0"/>
          </a:p>
        </p:txBody>
      </p:sp>
      <p:sp>
        <p:nvSpPr>
          <p:cNvPr id="5" name="Text Placeholder 4"/>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45</a:t>
            </a:fld>
            <a:endParaRPr lang="en-US"/>
          </a:p>
        </p:txBody>
      </p:sp>
      <p:pic>
        <p:nvPicPr>
          <p:cNvPr id="8194" name="Picture 2"/>
          <p:cNvPicPr>
            <a:picLocks noGrp="1" noChangeAspect="1" noChangeArrowheads="1"/>
          </p:cNvPicPr>
          <p:nvPr>
            <p:ph sz="quarter" idx="15"/>
          </p:nvPr>
        </p:nvPicPr>
        <p:blipFill>
          <a:blip r:embed="rId2"/>
          <a:srcRect/>
          <a:stretch>
            <a:fillRect/>
          </a:stretch>
        </p:blipFill>
        <p:spPr bwMode="auto">
          <a:xfrm>
            <a:off x="2504049" y="1899138"/>
            <a:ext cx="2711694" cy="1097279"/>
          </a:xfrm>
          <a:prstGeom prst="rect">
            <a:avLst/>
          </a:prstGeom>
          <a:noFill/>
          <a:ln w="9525">
            <a:noFill/>
            <a:miter lim="800000"/>
            <a:headEnd/>
            <a:tailEnd/>
          </a:ln>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IN" dirty="0" smtClean="0"/>
              <a:t>Signal-to-Noise Ratio (SNR)</a:t>
            </a:r>
            <a:endParaRPr lang="en-IN" dirty="0"/>
          </a:p>
        </p:txBody>
      </p:sp>
      <p:sp>
        <p:nvSpPr>
          <p:cNvPr id="9" name="Content Placeholder 8"/>
          <p:cNvSpPr>
            <a:spLocks noGrp="1"/>
          </p:cNvSpPr>
          <p:nvPr>
            <p:ph sz="quarter" idx="11"/>
          </p:nvPr>
        </p:nvSpPr>
        <p:spPr/>
        <p:txBody>
          <a:bodyPr/>
          <a:lstStyle/>
          <a:p>
            <a:pPr algn="just">
              <a:lnSpc>
                <a:spcPct val="150000"/>
              </a:lnSpc>
              <a:buFont typeface="Arial" pitchFamily="34" charset="0"/>
              <a:buChar char="•"/>
            </a:pPr>
            <a:r>
              <a:rPr lang="en-IN" i="0" dirty="0" smtClean="0"/>
              <a:t>Because SNR is the ratio of two powers, it is often described in decibel units, </a:t>
            </a:r>
            <a:r>
              <a:rPr lang="en-IN" i="0" dirty="0" err="1" smtClean="0"/>
              <a:t>SNRdB</a:t>
            </a:r>
            <a:r>
              <a:rPr lang="en-IN" i="0" dirty="0" smtClean="0"/>
              <a:t>, defined as</a:t>
            </a:r>
          </a:p>
          <a:p>
            <a:pPr algn="just">
              <a:lnSpc>
                <a:spcPct val="150000"/>
              </a:lnSpc>
              <a:buFont typeface="Arial" pitchFamily="34" charset="0"/>
              <a:buChar char="•"/>
            </a:pPr>
            <a:endParaRPr lang="en-IN" i="0" dirty="0" smtClean="0"/>
          </a:p>
          <a:p>
            <a:pPr algn="just">
              <a:lnSpc>
                <a:spcPct val="150000"/>
              </a:lnSpc>
              <a:buFont typeface="Arial" pitchFamily="34" charset="0"/>
              <a:buChar char="•"/>
            </a:pPr>
            <a:endParaRPr lang="en-IN" i="0" dirty="0" smtClean="0"/>
          </a:p>
          <a:p>
            <a:pPr algn="just">
              <a:lnSpc>
                <a:spcPct val="150000"/>
              </a:lnSpc>
            </a:pPr>
            <a:endParaRPr lang="en-IN" i="0" dirty="0" smtClean="0"/>
          </a:p>
          <a:p>
            <a:pPr algn="just">
              <a:lnSpc>
                <a:spcPct val="150000"/>
              </a:lnSpc>
              <a:buFont typeface="Arial" pitchFamily="34" charset="0"/>
              <a:buChar char="•"/>
            </a:pPr>
            <a:endParaRPr lang="en-IN" i="0" dirty="0" smtClean="0"/>
          </a:p>
          <a:p>
            <a:pPr algn="just">
              <a:lnSpc>
                <a:spcPct val="150000"/>
              </a:lnSpc>
              <a:buFont typeface="Arial" pitchFamily="34" charset="0"/>
              <a:buChar char="•"/>
            </a:pPr>
            <a:endParaRPr lang="en-IN" i="0" dirty="0"/>
          </a:p>
        </p:txBody>
      </p:sp>
      <p:pic>
        <p:nvPicPr>
          <p:cNvPr id="1027" name="Picture 3"/>
          <p:cNvPicPr>
            <a:picLocks noGrp="1" noChangeAspect="1" noChangeArrowheads="1"/>
          </p:cNvPicPr>
          <p:nvPr>
            <p:ph sz="quarter" idx="15"/>
          </p:nvPr>
        </p:nvPicPr>
        <p:blipFill>
          <a:blip r:embed="rId2"/>
          <a:stretch>
            <a:fillRect/>
          </a:stretch>
        </p:blipFill>
        <p:spPr bwMode="auto">
          <a:xfrm>
            <a:off x="2391507" y="2605820"/>
            <a:ext cx="4248443" cy="939238"/>
          </a:xfrm>
          <a:prstGeom prst="rect">
            <a:avLst/>
          </a:prstGeom>
          <a:noFill/>
          <a:ln w="9525">
            <a:noFill/>
            <a:miter lim="800000"/>
            <a:headEnd/>
            <a:tailEnd/>
          </a:ln>
          <a:effectLst/>
        </p:spPr>
      </p:pic>
      <p:sp>
        <p:nvSpPr>
          <p:cNvPr id="21" name="Text Placeholder 20"/>
          <p:cNvSpPr>
            <a:spLocks noGrp="1"/>
          </p:cNvSpPr>
          <p:nvPr>
            <p:ph type="body" sz="quarter" idx="39"/>
          </p:nvPr>
        </p:nvSpPr>
        <p:spPr/>
        <p:txBody>
          <a:bodyPr/>
          <a:lstStyle/>
          <a:p>
            <a:endParaRPr lang="en-IN"/>
          </a:p>
        </p:txBody>
      </p:sp>
      <p:sp>
        <p:nvSpPr>
          <p:cNvPr id="22" name="Text Placeholder 21"/>
          <p:cNvSpPr>
            <a:spLocks noGrp="1"/>
          </p:cNvSpPr>
          <p:nvPr>
            <p:ph type="body" sz="quarter" idx="40"/>
          </p:nvPr>
        </p:nvSpPr>
        <p:spPr/>
        <p:txBody>
          <a:bodyPr/>
          <a:lstStyle/>
          <a:p>
            <a:endParaRPr lang="en-IN" dirty="0"/>
          </a:p>
        </p:txBody>
      </p:sp>
      <p:sp>
        <p:nvSpPr>
          <p:cNvPr id="7" name="Slide Number Placeholder 6"/>
          <p:cNvSpPr>
            <a:spLocks noGrp="1"/>
          </p:cNvSpPr>
          <p:nvPr>
            <p:ph type="sldNum" sz="quarter" idx="10"/>
          </p:nvPr>
        </p:nvSpPr>
        <p:spPr/>
        <p:txBody>
          <a:bodyPr/>
          <a:lstStyle/>
          <a:p>
            <a:fld id="{68151E55-6873-49E2-B8D5-2F265E6F1973}" type="slidenum">
              <a:rPr lang="en-US" smtClean="0"/>
              <a:pPr/>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Examples</a:t>
            </a:r>
            <a:endParaRPr lang="en-IN" dirty="0"/>
          </a:p>
        </p:txBody>
      </p:sp>
      <p:sp>
        <p:nvSpPr>
          <p:cNvPr id="3" name="Content Placeholder 2"/>
          <p:cNvSpPr>
            <a:spLocks noGrp="1"/>
          </p:cNvSpPr>
          <p:nvPr>
            <p:ph sz="quarter" idx="11"/>
          </p:nvPr>
        </p:nvSpPr>
        <p:spPr/>
        <p:txBody>
          <a:bodyPr/>
          <a:lstStyle/>
          <a:p>
            <a:pPr algn="just">
              <a:lnSpc>
                <a:spcPct val="150000"/>
              </a:lnSpc>
              <a:buFont typeface="Arial" pitchFamily="34" charset="0"/>
              <a:buChar char="•"/>
            </a:pPr>
            <a:r>
              <a:rPr lang="en-IN" i="0" dirty="0" smtClean="0"/>
              <a:t>The power of a signal is 10 </a:t>
            </a:r>
            <a:r>
              <a:rPr lang="en-IN" i="0" dirty="0" err="1" smtClean="0"/>
              <a:t>mW</a:t>
            </a:r>
            <a:r>
              <a:rPr lang="en-IN" i="0" dirty="0" smtClean="0"/>
              <a:t> and the power of the noise is 1 </a:t>
            </a:r>
            <a:r>
              <a:rPr lang="en-IN" i="0" dirty="0" err="1" smtClean="0"/>
              <a:t>μW</a:t>
            </a:r>
            <a:r>
              <a:rPr lang="en-IN" i="0" dirty="0" smtClean="0"/>
              <a:t>; what are the values of SNR and </a:t>
            </a:r>
            <a:r>
              <a:rPr lang="en-IN" i="0" dirty="0" err="1" smtClean="0"/>
              <a:t>SNRdB</a:t>
            </a:r>
            <a:r>
              <a:rPr lang="en-IN" i="0" dirty="0" smtClean="0"/>
              <a:t>?</a:t>
            </a:r>
            <a:endParaRPr lang="en-IN" i="0" dirty="0"/>
          </a:p>
        </p:txBody>
      </p:sp>
      <p:pic>
        <p:nvPicPr>
          <p:cNvPr id="2050" name="Picture 2"/>
          <p:cNvPicPr>
            <a:picLocks noGrp="1" noChangeAspect="1" noChangeArrowheads="1"/>
          </p:cNvPicPr>
          <p:nvPr>
            <p:ph sz="quarter" idx="15"/>
          </p:nvPr>
        </p:nvPicPr>
        <p:blipFill>
          <a:blip r:embed="rId2"/>
          <a:stretch>
            <a:fillRect/>
          </a:stretch>
        </p:blipFill>
        <p:spPr bwMode="auto">
          <a:xfrm>
            <a:off x="526952" y="2544127"/>
            <a:ext cx="7696200" cy="902458"/>
          </a:xfrm>
          <a:prstGeom prst="rect">
            <a:avLst/>
          </a:prstGeom>
          <a:noFill/>
          <a:ln w="9525">
            <a:noFill/>
            <a:miter lim="800000"/>
            <a:headEnd/>
            <a:tailEnd/>
          </a:ln>
          <a:effectLst/>
        </p:spPr>
      </p:pic>
      <p:sp>
        <p:nvSpPr>
          <p:cNvPr id="9" name="Text Placeholder 8"/>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47</a:t>
            </a:fld>
            <a:endParaRPr lang="en-US"/>
          </a:p>
        </p:txBody>
      </p:sp>
      <p:sp>
        <p:nvSpPr>
          <p:cNvPr id="11" name="Rectangle 10"/>
          <p:cNvSpPr/>
          <p:nvPr/>
        </p:nvSpPr>
        <p:spPr>
          <a:xfrm>
            <a:off x="337626" y="3668543"/>
            <a:ext cx="7779432" cy="461665"/>
          </a:xfrm>
          <a:prstGeom prst="rect">
            <a:avLst/>
          </a:prstGeom>
        </p:spPr>
        <p:txBody>
          <a:bodyPr wrap="square">
            <a:spAutoFit/>
          </a:bodyPr>
          <a:lstStyle/>
          <a:p>
            <a:pPr>
              <a:buFont typeface="Arial" pitchFamily="34" charset="0"/>
              <a:buChar char="•"/>
            </a:pPr>
            <a:r>
              <a:rPr lang="en-IN" sz="2400" dirty="0" smtClean="0"/>
              <a:t>The values of SNR and </a:t>
            </a:r>
            <a:r>
              <a:rPr lang="en-IN" sz="2400" dirty="0" err="1" smtClean="0"/>
              <a:t>SNRdB</a:t>
            </a:r>
            <a:r>
              <a:rPr lang="en-IN" sz="2400" dirty="0" smtClean="0"/>
              <a:t> for a noiseless channel are</a:t>
            </a:r>
            <a:endParaRPr lang="en-IN" sz="2400" dirty="0"/>
          </a:p>
        </p:txBody>
      </p:sp>
      <p:pic>
        <p:nvPicPr>
          <p:cNvPr id="2051" name="Picture 3"/>
          <p:cNvPicPr>
            <a:picLocks noChangeAspect="1" noChangeArrowheads="1"/>
          </p:cNvPicPr>
          <p:nvPr/>
        </p:nvPicPr>
        <p:blipFill>
          <a:blip r:embed="rId3"/>
          <a:srcRect/>
          <a:stretch>
            <a:fillRect/>
          </a:stretch>
        </p:blipFill>
        <p:spPr bwMode="auto">
          <a:xfrm>
            <a:off x="492368" y="4515730"/>
            <a:ext cx="8102991" cy="1167618"/>
          </a:xfrm>
          <a:prstGeom prst="rect">
            <a:avLst/>
          </a:prstGeom>
          <a:noFill/>
          <a:ln w="9525">
            <a:noFill/>
            <a:miter lim="800000"/>
            <a:headEnd/>
            <a:tailEnd/>
          </a:ln>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xmlns="" id="{9EADB8BE-C7B3-45FE-A0E7-4820C0ED3499}"/>
              </a:ext>
            </a:extLst>
          </p:cNvPr>
          <p:cNvSpPr>
            <a:spLocks noGrp="1"/>
          </p:cNvSpPr>
          <p:nvPr>
            <p:ph type="title"/>
          </p:nvPr>
        </p:nvSpPr>
        <p:spPr/>
        <p:txBody>
          <a:bodyPr/>
          <a:lstStyle/>
          <a:p>
            <a:r>
              <a:rPr lang="en-US" dirty="0">
                <a:latin typeface="+mj-lt"/>
              </a:rPr>
              <a:t> </a:t>
            </a:r>
            <a:r>
              <a:rPr lang="en-US" sz="3200" dirty="0">
                <a:latin typeface="+mj-lt"/>
              </a:rPr>
              <a:t>Data Rate Limits</a:t>
            </a:r>
            <a:endParaRPr lang="en-US" dirty="0">
              <a:latin typeface="+mj-lt"/>
            </a:endParaRPr>
          </a:p>
        </p:txBody>
      </p:sp>
      <p:sp>
        <p:nvSpPr>
          <p:cNvPr id="8" name="Content Placeholder 2">
            <a:extLst>
              <a:ext uri="{FF2B5EF4-FFF2-40B4-BE49-F238E27FC236}">
                <a16:creationId xmlns:a16="http://schemas.microsoft.com/office/drawing/2014/main" xmlns="" id="{7FAEA6A5-BBAD-4D40-8C38-B02CFBC8F971}"/>
              </a:ext>
            </a:extLst>
          </p:cNvPr>
          <p:cNvSpPr>
            <a:spLocks noGrp="1"/>
          </p:cNvSpPr>
          <p:nvPr>
            <p:ph sz="quarter" idx="11"/>
          </p:nvPr>
        </p:nvSpPr>
        <p:spPr>
          <a:xfrm>
            <a:off x="342900" y="1041009"/>
            <a:ext cx="8458200" cy="5210037"/>
          </a:xfrm>
        </p:spPr>
        <p:txBody>
          <a:bodyPr/>
          <a:lstStyle/>
          <a:p>
            <a:pPr algn="just">
              <a:lnSpc>
                <a:spcPct val="150000"/>
              </a:lnSpc>
              <a:spcBef>
                <a:spcPts val="600"/>
              </a:spcBef>
              <a:defRPr/>
            </a:pPr>
            <a:r>
              <a:rPr lang="en-US" i="0" dirty="0"/>
              <a:t>A very important consideration in data communications is how fast we can send data, in bits per second, over a </a:t>
            </a:r>
            <a:r>
              <a:rPr lang="en-US" i="0" dirty="0" smtClean="0"/>
              <a:t>channel</a:t>
            </a:r>
            <a:endParaRPr lang="en-US" i="0" dirty="0"/>
          </a:p>
          <a:p>
            <a:pPr algn="just">
              <a:lnSpc>
                <a:spcPct val="150000"/>
              </a:lnSpc>
              <a:spcBef>
                <a:spcPts val="600"/>
              </a:spcBef>
              <a:defRPr/>
            </a:pPr>
            <a:r>
              <a:rPr lang="en-US" i="0" dirty="0"/>
              <a:t>Data rate depends on three factors:</a:t>
            </a:r>
          </a:p>
          <a:p>
            <a:pPr marL="457200" indent="-457200" algn="just">
              <a:lnSpc>
                <a:spcPct val="150000"/>
              </a:lnSpc>
              <a:spcBef>
                <a:spcPts val="600"/>
              </a:spcBef>
              <a:buFont typeface="+mj-lt"/>
              <a:buAutoNum type="arabicPeriod"/>
              <a:defRPr/>
            </a:pPr>
            <a:r>
              <a:rPr lang="en-US" i="0" dirty="0"/>
              <a:t>The bandwidth available</a:t>
            </a:r>
          </a:p>
          <a:p>
            <a:pPr marL="457200" indent="-457200" algn="just">
              <a:lnSpc>
                <a:spcPct val="150000"/>
              </a:lnSpc>
              <a:spcBef>
                <a:spcPts val="600"/>
              </a:spcBef>
              <a:buFont typeface="+mj-lt"/>
              <a:buAutoNum type="arabicPeriod"/>
              <a:defRPr/>
            </a:pPr>
            <a:r>
              <a:rPr lang="en-US" i="0" dirty="0"/>
              <a:t>The level of the signals we use</a:t>
            </a:r>
          </a:p>
          <a:p>
            <a:pPr marL="457200" indent="-457200" algn="just">
              <a:lnSpc>
                <a:spcPct val="150000"/>
              </a:lnSpc>
              <a:spcBef>
                <a:spcPts val="600"/>
              </a:spcBef>
              <a:buFont typeface="+mj-lt"/>
              <a:buAutoNum type="arabicPeriod"/>
              <a:defRPr/>
            </a:pPr>
            <a:r>
              <a:rPr lang="en-US" i="0" dirty="0"/>
              <a:t>The quality of the channel (the level of noise</a:t>
            </a:r>
            <a:r>
              <a:rPr lang="en-US" i="0" dirty="0" smtClean="0"/>
              <a:t>)</a:t>
            </a:r>
            <a:endParaRPr lang="en-US" i="0" dirty="0"/>
          </a:p>
        </p:txBody>
      </p:sp>
      <p:sp>
        <p:nvSpPr>
          <p:cNvPr id="2" name="Slide Number Placeholder 3">
            <a:extLst>
              <a:ext uri="{FF2B5EF4-FFF2-40B4-BE49-F238E27FC236}">
                <a16:creationId xmlns:a16="http://schemas.microsoft.com/office/drawing/2014/main" xmlns="" id="{DD920552-103F-4AB5-B4D0-E94DBA7BF4BC}"/>
              </a:ext>
            </a:extLst>
          </p:cNvPr>
          <p:cNvSpPr>
            <a:spLocks noGrp="1"/>
          </p:cNvSpPr>
          <p:nvPr>
            <p:ph type="sldNum" sz="quarter" idx="10"/>
          </p:nvPr>
        </p:nvSpPr>
        <p:spPr/>
        <p:txBody>
          <a:bodyPr/>
          <a:lstStyle/>
          <a:p>
            <a:fld id="{68151E55-6873-49E2-B8D5-2F265E6F1973}" type="slidenum">
              <a:rPr lang="en-US" smtClean="0">
                <a:latin typeface="+mj-lt"/>
              </a:rPr>
              <a:pPr/>
              <a:t>48</a:t>
            </a:fld>
            <a:endParaRPr lang="en-US">
              <a:latin typeface="+mj-lt"/>
            </a:endParaRPr>
          </a:p>
        </p:txBody>
      </p:sp>
    </p:spTree>
    <p:extLst>
      <p:ext uri="{BB962C8B-B14F-4D97-AF65-F5344CB8AC3E}">
        <p14:creationId xmlns:p14="http://schemas.microsoft.com/office/powerpoint/2010/main" xmlns="" val="29912963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Rate Limits</a:t>
            </a:r>
            <a:endParaRPr lang="en-IN" dirty="0"/>
          </a:p>
        </p:txBody>
      </p:sp>
      <p:sp>
        <p:nvSpPr>
          <p:cNvPr id="3" name="Content Placeholder 2"/>
          <p:cNvSpPr>
            <a:spLocks noGrp="1"/>
          </p:cNvSpPr>
          <p:nvPr>
            <p:ph sz="quarter" idx="11"/>
          </p:nvPr>
        </p:nvSpPr>
        <p:spPr>
          <a:xfrm>
            <a:off x="497644" y="910950"/>
            <a:ext cx="8458200" cy="1986995"/>
          </a:xfrm>
        </p:spPr>
        <p:txBody>
          <a:bodyPr/>
          <a:lstStyle/>
          <a:p>
            <a:pPr algn="just">
              <a:lnSpc>
                <a:spcPct val="150000"/>
              </a:lnSpc>
              <a:buFont typeface="Arial" pitchFamily="34" charset="0"/>
              <a:buChar char="•"/>
            </a:pPr>
            <a:r>
              <a:rPr lang="en-US" i="0" dirty="0" smtClean="0"/>
              <a:t>Two theoretical formulas were developed to calculate the data rate: one by </a:t>
            </a:r>
            <a:r>
              <a:rPr lang="en-US" b="1" i="0" dirty="0" err="1" smtClean="0"/>
              <a:t>Nyquist</a:t>
            </a:r>
            <a:r>
              <a:rPr lang="en-US" b="1" i="0" dirty="0" smtClean="0"/>
              <a:t> for a noiseless channel</a:t>
            </a:r>
            <a:r>
              <a:rPr lang="en-US" i="0" dirty="0" smtClean="0"/>
              <a:t>, another by </a:t>
            </a:r>
            <a:r>
              <a:rPr lang="en-US" b="1" i="0" dirty="0" smtClean="0"/>
              <a:t>Shannon for a noisy channel.</a:t>
            </a:r>
          </a:p>
          <a:p>
            <a:endParaRPr lang="en-IN" dirty="0"/>
          </a:p>
        </p:txBody>
      </p:sp>
      <p:sp>
        <p:nvSpPr>
          <p:cNvPr id="4" name="Content Placeholder 3"/>
          <p:cNvSpPr>
            <a:spLocks noGrp="1"/>
          </p:cNvSpPr>
          <p:nvPr>
            <p:ph sz="quarter" idx="15"/>
          </p:nvPr>
        </p:nvSpPr>
        <p:spPr>
          <a:xfrm>
            <a:off x="371036" y="2757267"/>
            <a:ext cx="8458200" cy="3559127"/>
          </a:xfrm>
        </p:spPr>
        <p:txBody>
          <a:bodyPr/>
          <a:lstStyle/>
          <a:p>
            <a:r>
              <a:rPr lang="en-IN" b="1" dirty="0" smtClean="0"/>
              <a:t>Noiseless Channel: </a:t>
            </a:r>
            <a:r>
              <a:rPr lang="en-IN" b="1" dirty="0" err="1" smtClean="0"/>
              <a:t>Nyquist</a:t>
            </a:r>
            <a:r>
              <a:rPr lang="en-IN" b="1" dirty="0" smtClean="0"/>
              <a:t> Bit Rate</a:t>
            </a:r>
          </a:p>
          <a:p>
            <a:pPr algn="just">
              <a:lnSpc>
                <a:spcPct val="150000"/>
              </a:lnSpc>
              <a:buFont typeface="Arial" pitchFamily="34" charset="0"/>
              <a:buChar char="•"/>
            </a:pPr>
            <a:r>
              <a:rPr lang="en-IN" i="0" dirty="0" smtClean="0"/>
              <a:t>For a noiseless channel, the </a:t>
            </a:r>
            <a:r>
              <a:rPr lang="en-IN" b="1" i="0" dirty="0" err="1" smtClean="0"/>
              <a:t>Nyquist</a:t>
            </a:r>
            <a:r>
              <a:rPr lang="en-IN" b="1" i="0" dirty="0" smtClean="0"/>
              <a:t> bit rate formula defines the theoretical maximum </a:t>
            </a:r>
            <a:r>
              <a:rPr lang="en-IN" i="0" dirty="0" smtClean="0"/>
              <a:t>bit rate</a:t>
            </a:r>
          </a:p>
          <a:p>
            <a:pPr algn="ctr">
              <a:lnSpc>
                <a:spcPct val="150000"/>
              </a:lnSpc>
            </a:pPr>
            <a:r>
              <a:rPr lang="de-DE" b="1" i="0" dirty="0" smtClean="0"/>
              <a:t>BitRate = 2 X bandwidth X log</a:t>
            </a:r>
            <a:r>
              <a:rPr lang="de-DE" b="1" i="0" baseline="-25000" dirty="0" smtClean="0"/>
              <a:t>2</a:t>
            </a:r>
            <a:r>
              <a:rPr lang="de-DE" b="1" i="0" dirty="0" smtClean="0"/>
              <a:t>L</a:t>
            </a:r>
          </a:p>
          <a:p>
            <a:r>
              <a:rPr lang="en-IN" i="0" dirty="0" smtClean="0"/>
              <a:t>bandwidth is the bandwidth of the channel, L is the number of signal levels used to represent data, and </a:t>
            </a:r>
            <a:r>
              <a:rPr lang="en-IN" i="0" dirty="0" err="1" smtClean="0"/>
              <a:t>BitRate</a:t>
            </a:r>
            <a:r>
              <a:rPr lang="en-IN" i="0" dirty="0" smtClean="0"/>
              <a:t> is the bit rate in bits per second.</a:t>
            </a:r>
            <a:endParaRPr lang="en-IN" i="0" dirty="0"/>
          </a:p>
        </p:txBody>
      </p:sp>
      <p:sp>
        <p:nvSpPr>
          <p:cNvPr id="5" name="Text Placeholder 4"/>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IN" dirty="0" smtClean="0"/>
              <a:t>Noiseless Channel: </a:t>
            </a:r>
            <a:r>
              <a:rPr lang="en-IN" dirty="0" err="1" smtClean="0"/>
              <a:t>Nyquist</a:t>
            </a:r>
            <a:r>
              <a:rPr lang="en-IN" dirty="0" smtClean="0"/>
              <a:t> Bit Rate</a:t>
            </a:r>
            <a:br>
              <a:rPr lang="en-IN" dirty="0" smtClean="0"/>
            </a:br>
            <a:endParaRPr lang="en-IN" dirty="0"/>
          </a:p>
        </p:txBody>
      </p:sp>
      <p:sp>
        <p:nvSpPr>
          <p:cNvPr id="9" name="Content Placeholder 8"/>
          <p:cNvSpPr>
            <a:spLocks noGrp="1"/>
          </p:cNvSpPr>
          <p:nvPr>
            <p:ph sz="quarter" idx="11"/>
          </p:nvPr>
        </p:nvSpPr>
        <p:spPr>
          <a:xfrm>
            <a:off x="342900" y="1012874"/>
            <a:ext cx="8458200" cy="5238172"/>
          </a:xfrm>
        </p:spPr>
        <p:txBody>
          <a:bodyPr/>
          <a:lstStyle/>
          <a:p>
            <a:pPr algn="just">
              <a:lnSpc>
                <a:spcPct val="150000"/>
              </a:lnSpc>
              <a:buFont typeface="Arial" pitchFamily="34" charset="0"/>
              <a:buChar char="•"/>
            </a:pPr>
            <a:r>
              <a:rPr lang="en-IN" i="0" dirty="0" smtClean="0"/>
              <a:t>According to the formula, we might think that, given a specific bandwidth, we can have any bit rate we want by increasing the number of signal levels. Although the idea is theoretically correct, practically there is a limit.</a:t>
            </a:r>
          </a:p>
          <a:p>
            <a:pPr algn="just">
              <a:lnSpc>
                <a:spcPct val="150000"/>
              </a:lnSpc>
              <a:buFont typeface="Arial" pitchFamily="34" charset="0"/>
              <a:buChar char="•"/>
            </a:pPr>
            <a:r>
              <a:rPr lang="en-IN" i="0" dirty="0" smtClean="0"/>
              <a:t>When we increase the number of signal levels, we impose a burden on the receiver. </a:t>
            </a:r>
          </a:p>
          <a:p>
            <a:pPr algn="just">
              <a:lnSpc>
                <a:spcPct val="150000"/>
              </a:lnSpc>
              <a:buFont typeface="Arial" pitchFamily="34" charset="0"/>
              <a:buChar char="•"/>
            </a:pPr>
            <a:r>
              <a:rPr lang="en-IN" i="0" dirty="0" smtClean="0"/>
              <a:t>If the number of levels in a signal is just 2, the receiver can easily distinguish between a 0 and a 1. </a:t>
            </a:r>
          </a:p>
        </p:txBody>
      </p:sp>
      <p:sp>
        <p:nvSpPr>
          <p:cNvPr id="10" name="Text Placeholder 9"/>
          <p:cNvSpPr>
            <a:spLocks noGrp="1"/>
          </p:cNvSpPr>
          <p:nvPr>
            <p:ph type="body" sz="quarter" idx="39"/>
          </p:nvPr>
        </p:nvSpPr>
        <p:spPr/>
        <p:txBody>
          <a:bodyPr/>
          <a:lstStyle/>
          <a:p>
            <a:endParaRPr lang="en-IN"/>
          </a:p>
        </p:txBody>
      </p:sp>
      <p:sp>
        <p:nvSpPr>
          <p:cNvPr id="11" name="Text Placeholder 10"/>
          <p:cNvSpPr>
            <a:spLocks noGrp="1"/>
          </p:cNvSpPr>
          <p:nvPr>
            <p:ph type="body" sz="quarter" idx="40"/>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IN" dirty="0" smtClean="0"/>
              <a:t>Noiseless Channel: </a:t>
            </a:r>
            <a:r>
              <a:rPr lang="en-IN" dirty="0" err="1" smtClean="0"/>
              <a:t>Nyquist</a:t>
            </a:r>
            <a:r>
              <a:rPr lang="en-IN" dirty="0" smtClean="0"/>
              <a:t> Bit Rate</a:t>
            </a:r>
            <a:endParaRPr lang="en-IN" dirty="0"/>
          </a:p>
        </p:txBody>
      </p:sp>
      <p:sp>
        <p:nvSpPr>
          <p:cNvPr id="9" name="Content Placeholder 8"/>
          <p:cNvSpPr>
            <a:spLocks noGrp="1"/>
          </p:cNvSpPr>
          <p:nvPr>
            <p:ph sz="quarter" idx="11"/>
          </p:nvPr>
        </p:nvSpPr>
        <p:spPr>
          <a:xfrm>
            <a:off x="342900" y="1276709"/>
            <a:ext cx="8458200" cy="5067819"/>
          </a:xfrm>
        </p:spPr>
        <p:txBody>
          <a:bodyPr/>
          <a:lstStyle/>
          <a:p>
            <a:pPr algn="just">
              <a:lnSpc>
                <a:spcPct val="150000"/>
              </a:lnSpc>
              <a:buFont typeface="Arial" pitchFamily="34" charset="0"/>
              <a:buChar char="•"/>
            </a:pPr>
            <a:r>
              <a:rPr lang="en-IN" i="0" dirty="0" smtClean="0"/>
              <a:t>If the level of a signal is 64, the receiver must be very sophisticated to distinguish between 64 different levels.</a:t>
            </a:r>
          </a:p>
          <a:p>
            <a:pPr algn="just">
              <a:lnSpc>
                <a:spcPct val="150000"/>
              </a:lnSpc>
              <a:buFont typeface="Arial" pitchFamily="34" charset="0"/>
              <a:buChar char="•"/>
            </a:pPr>
            <a:r>
              <a:rPr lang="en-IN" i="0" dirty="0" smtClean="0"/>
              <a:t>In other words, increasing the levels of a signal reduces the reliability of the system.</a:t>
            </a:r>
          </a:p>
          <a:p>
            <a:pPr algn="just">
              <a:lnSpc>
                <a:spcPct val="150000"/>
              </a:lnSpc>
              <a:buFont typeface="Arial" pitchFamily="34" charset="0"/>
              <a:buChar char="•"/>
            </a:pPr>
            <a:r>
              <a:rPr lang="en-IN" i="0" dirty="0" smtClean="0"/>
              <a:t>Consider a noiseless channel with a bandwidth of 3000 Hz transmitting a signal with two signal levels. The maximum bit rate can be calculated as</a:t>
            </a:r>
          </a:p>
          <a:p>
            <a:pPr algn="ctr">
              <a:lnSpc>
                <a:spcPct val="150000"/>
              </a:lnSpc>
            </a:pPr>
            <a:r>
              <a:rPr lang="en-IN" i="0" dirty="0" smtClean="0"/>
              <a:t> </a:t>
            </a:r>
            <a:r>
              <a:rPr lang="en-IN" i="0" dirty="0" err="1" smtClean="0"/>
              <a:t>BitRate</a:t>
            </a:r>
            <a:r>
              <a:rPr lang="en-IN" i="0" dirty="0" smtClean="0"/>
              <a:t> = 2 X 3000 X log</a:t>
            </a:r>
            <a:r>
              <a:rPr lang="en-IN" i="0" baseline="-25000" dirty="0" smtClean="0"/>
              <a:t>2</a:t>
            </a:r>
            <a:r>
              <a:rPr lang="en-IN" i="0" dirty="0" smtClean="0"/>
              <a:t>2= 6000 bps</a:t>
            </a:r>
            <a:endParaRPr lang="en-IN" i="0" baseline="-25000" dirty="0"/>
          </a:p>
        </p:txBody>
      </p:sp>
      <p:sp>
        <p:nvSpPr>
          <p:cNvPr id="10" name="Text Placeholder 9"/>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IN" dirty="0" smtClean="0"/>
              <a:t>Noisy Channel: Shannon Capacity</a:t>
            </a:r>
            <a:endParaRPr lang="en-IN" dirty="0"/>
          </a:p>
        </p:txBody>
      </p:sp>
      <p:sp>
        <p:nvSpPr>
          <p:cNvPr id="9" name="Content Placeholder 8"/>
          <p:cNvSpPr>
            <a:spLocks noGrp="1"/>
          </p:cNvSpPr>
          <p:nvPr>
            <p:ph sz="quarter" idx="11"/>
          </p:nvPr>
        </p:nvSpPr>
        <p:spPr>
          <a:xfrm>
            <a:off x="342900" y="1055077"/>
            <a:ext cx="8458200" cy="5195969"/>
          </a:xfrm>
        </p:spPr>
        <p:txBody>
          <a:bodyPr/>
          <a:lstStyle/>
          <a:p>
            <a:pPr algn="just">
              <a:lnSpc>
                <a:spcPct val="150000"/>
              </a:lnSpc>
              <a:buFont typeface="Arial" pitchFamily="34" charset="0"/>
              <a:buChar char="•"/>
            </a:pPr>
            <a:r>
              <a:rPr lang="en-IN" i="0" dirty="0" smtClean="0"/>
              <a:t>In reality, we cannot have a noiseless channel; the channel is always noisy.</a:t>
            </a:r>
          </a:p>
          <a:p>
            <a:pPr algn="just">
              <a:lnSpc>
                <a:spcPct val="150000"/>
              </a:lnSpc>
              <a:buFont typeface="Arial" pitchFamily="34" charset="0"/>
              <a:buChar char="•"/>
            </a:pPr>
            <a:r>
              <a:rPr lang="en-IN" i="0" dirty="0" smtClean="0"/>
              <a:t>In 1944, Claude Shannon introduced a formula, called the </a:t>
            </a:r>
            <a:r>
              <a:rPr lang="en-IN" b="1" i="0" dirty="0" smtClean="0"/>
              <a:t>Shannon capacity, to determine the </a:t>
            </a:r>
            <a:r>
              <a:rPr lang="en-IN" i="0" dirty="0" smtClean="0"/>
              <a:t>theoretical highest data rate for a noisy channel:</a:t>
            </a:r>
          </a:p>
          <a:p>
            <a:pPr algn="ctr">
              <a:lnSpc>
                <a:spcPct val="150000"/>
              </a:lnSpc>
            </a:pPr>
            <a:r>
              <a:rPr lang="en-IN" b="1" dirty="0" smtClean="0"/>
              <a:t>Capacity = bandwidth X  log</a:t>
            </a:r>
            <a:r>
              <a:rPr lang="en-IN" b="1" baseline="-25000" dirty="0" smtClean="0"/>
              <a:t>2</a:t>
            </a:r>
            <a:r>
              <a:rPr lang="en-IN" b="1" dirty="0" smtClean="0"/>
              <a:t>(1 +SNR)</a:t>
            </a:r>
          </a:p>
          <a:p>
            <a:pPr algn="just">
              <a:lnSpc>
                <a:spcPct val="150000"/>
              </a:lnSpc>
            </a:pPr>
            <a:r>
              <a:rPr lang="en-IN" i="0" dirty="0" smtClean="0"/>
              <a:t>In this formula, bandwidth is the bandwidth of the channel, SNR is the signal-to-noise ratio, and capacity is the capacity of the channel in bits per second.</a:t>
            </a:r>
            <a:endParaRPr lang="en-IN" i="0" dirty="0"/>
          </a:p>
        </p:txBody>
      </p:sp>
      <p:sp>
        <p:nvSpPr>
          <p:cNvPr id="10" name="Text Placeholder 9"/>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IN" dirty="0" smtClean="0"/>
              <a:t>Noisy Channel: Shannon Capacity</a:t>
            </a:r>
            <a:endParaRPr lang="en-IN" dirty="0"/>
          </a:p>
        </p:txBody>
      </p:sp>
      <p:sp>
        <p:nvSpPr>
          <p:cNvPr id="9" name="Content Placeholder 8"/>
          <p:cNvSpPr>
            <a:spLocks noGrp="1"/>
          </p:cNvSpPr>
          <p:nvPr>
            <p:ph sz="quarter" idx="11"/>
          </p:nvPr>
        </p:nvSpPr>
        <p:spPr>
          <a:xfrm>
            <a:off x="342900" y="1055077"/>
            <a:ext cx="8458200" cy="5195969"/>
          </a:xfrm>
        </p:spPr>
        <p:txBody>
          <a:bodyPr/>
          <a:lstStyle/>
          <a:p>
            <a:pPr algn="just">
              <a:lnSpc>
                <a:spcPct val="150000"/>
              </a:lnSpc>
              <a:buFont typeface="Arial" pitchFamily="34" charset="0"/>
              <a:buChar char="•"/>
            </a:pPr>
            <a:r>
              <a:rPr lang="en-IN" i="0" dirty="0" smtClean="0"/>
              <a:t>In the Shannon formula there is no indication of the signal level, which means that no matter how many levels we have, we cannot achieve a data rate higher than the capacity of the channel.</a:t>
            </a:r>
          </a:p>
          <a:p>
            <a:pPr algn="just">
              <a:lnSpc>
                <a:spcPct val="150000"/>
              </a:lnSpc>
              <a:buFont typeface="Arial" pitchFamily="34" charset="0"/>
              <a:buChar char="•"/>
            </a:pPr>
            <a:r>
              <a:rPr lang="en-IN" i="0" dirty="0" smtClean="0"/>
              <a:t>In other words, the formula defines a characteristic of the channel, not the method of transmission.</a:t>
            </a:r>
            <a:endParaRPr lang="en-IN" i="0" dirty="0"/>
          </a:p>
        </p:txBody>
      </p:sp>
      <p:sp>
        <p:nvSpPr>
          <p:cNvPr id="10" name="Text Placeholder 9"/>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IN" dirty="0" smtClean="0"/>
              <a:t>Noisy Channel: Shannon Capacity-Examples</a:t>
            </a:r>
            <a:endParaRPr lang="en-IN" dirty="0"/>
          </a:p>
        </p:txBody>
      </p:sp>
      <p:sp>
        <p:nvSpPr>
          <p:cNvPr id="9" name="Content Placeholder 8"/>
          <p:cNvSpPr>
            <a:spLocks noGrp="1"/>
          </p:cNvSpPr>
          <p:nvPr>
            <p:ph sz="quarter" idx="11"/>
          </p:nvPr>
        </p:nvSpPr>
        <p:spPr>
          <a:xfrm>
            <a:off x="342900" y="1055077"/>
            <a:ext cx="8458200" cy="5195969"/>
          </a:xfrm>
        </p:spPr>
        <p:txBody>
          <a:bodyPr/>
          <a:lstStyle/>
          <a:p>
            <a:pPr algn="just">
              <a:lnSpc>
                <a:spcPct val="150000"/>
              </a:lnSpc>
              <a:buFont typeface="Arial" pitchFamily="34" charset="0"/>
              <a:buChar char="•"/>
            </a:pPr>
            <a:r>
              <a:rPr lang="en-IN" i="0" dirty="0" smtClean="0"/>
              <a:t>Consider an extremely noisy channel in which the value of the signal-to-noise ratio is almost zero. For this channel the capacity C is calculated as</a:t>
            </a:r>
          </a:p>
          <a:p>
            <a:pPr algn="ctr">
              <a:lnSpc>
                <a:spcPct val="150000"/>
              </a:lnSpc>
            </a:pPr>
            <a:r>
              <a:rPr lang="en-IN" b="1" dirty="0" smtClean="0"/>
              <a:t>C =B log</a:t>
            </a:r>
            <a:r>
              <a:rPr lang="en-IN" b="1" baseline="-25000" dirty="0" smtClean="0"/>
              <a:t>2</a:t>
            </a:r>
            <a:r>
              <a:rPr lang="en-IN" b="1" dirty="0" smtClean="0"/>
              <a:t> (1 +SNR) = B log</a:t>
            </a:r>
            <a:r>
              <a:rPr lang="en-IN" b="1" baseline="-25000" dirty="0" smtClean="0"/>
              <a:t>2</a:t>
            </a:r>
            <a:r>
              <a:rPr lang="en-IN" b="1" dirty="0" smtClean="0"/>
              <a:t> (1 + 0)= B log</a:t>
            </a:r>
            <a:r>
              <a:rPr lang="en-IN" b="1" baseline="-25000" dirty="0" smtClean="0"/>
              <a:t>2</a:t>
            </a:r>
            <a:r>
              <a:rPr lang="en-IN" b="1" dirty="0" smtClean="0"/>
              <a:t> 1 =B X 0=0</a:t>
            </a:r>
          </a:p>
          <a:p>
            <a:pPr algn="just">
              <a:lnSpc>
                <a:spcPct val="150000"/>
              </a:lnSpc>
              <a:buFont typeface="Arial" pitchFamily="34" charset="0"/>
              <a:buChar char="•"/>
            </a:pPr>
            <a:r>
              <a:rPr lang="en-IN" i="0" dirty="0" smtClean="0"/>
              <a:t>A telephone line normally has a bandwidth of 3000 Hz (300 to 3300 Hz) assigned for data communications. The signal-to-noise ratio is usually 3162. Calculate the channel capacity.</a:t>
            </a:r>
          </a:p>
          <a:p>
            <a:endParaRPr lang="en-IN" i="0" dirty="0"/>
          </a:p>
        </p:txBody>
      </p:sp>
      <p:sp>
        <p:nvSpPr>
          <p:cNvPr id="10" name="Text Placeholder 9"/>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Using Both Limits</a:t>
            </a:r>
            <a:endParaRPr lang="en-IN" dirty="0"/>
          </a:p>
        </p:txBody>
      </p:sp>
      <p:sp>
        <p:nvSpPr>
          <p:cNvPr id="3" name="Content Placeholder 2"/>
          <p:cNvSpPr>
            <a:spLocks noGrp="1"/>
          </p:cNvSpPr>
          <p:nvPr>
            <p:ph sz="quarter" idx="11"/>
          </p:nvPr>
        </p:nvSpPr>
        <p:spPr>
          <a:xfrm>
            <a:off x="356968" y="1009423"/>
            <a:ext cx="8458200" cy="3421900"/>
          </a:xfrm>
        </p:spPr>
        <p:txBody>
          <a:bodyPr/>
          <a:lstStyle/>
          <a:p>
            <a:pPr algn="just">
              <a:lnSpc>
                <a:spcPct val="150000"/>
              </a:lnSpc>
              <a:buFont typeface="Arial" pitchFamily="34" charset="0"/>
              <a:buChar char="•"/>
            </a:pPr>
            <a:r>
              <a:rPr lang="en-IN" i="0" dirty="0" smtClean="0"/>
              <a:t>In practice, we need to use both methods to find the limits and signal levels</a:t>
            </a:r>
          </a:p>
          <a:p>
            <a:r>
              <a:rPr lang="en-IN" b="1" dirty="0" smtClean="0"/>
              <a:t>Example</a:t>
            </a:r>
          </a:p>
          <a:p>
            <a:pPr algn="just">
              <a:lnSpc>
                <a:spcPct val="150000"/>
              </a:lnSpc>
              <a:buFont typeface="Arial" pitchFamily="34" charset="0"/>
              <a:buChar char="•"/>
            </a:pPr>
            <a:r>
              <a:rPr lang="en-IN" i="0" dirty="0" smtClean="0"/>
              <a:t>We have a channel with a 1-MHz bandwidth. The SNR for this channel is 63. What are the appropriate bit rate and signal level?.</a:t>
            </a:r>
          </a:p>
          <a:p>
            <a:pPr algn="just">
              <a:lnSpc>
                <a:spcPct val="150000"/>
              </a:lnSpc>
              <a:buFont typeface="Arial" pitchFamily="34" charset="0"/>
              <a:buChar char="•"/>
            </a:pPr>
            <a:r>
              <a:rPr lang="en-IN" i="0" dirty="0" smtClean="0"/>
              <a:t>First, we use the Shannon formula to find the upper limit.</a:t>
            </a:r>
            <a:endParaRPr lang="en-IN" i="0" dirty="0"/>
          </a:p>
        </p:txBody>
      </p:sp>
      <p:sp>
        <p:nvSpPr>
          <p:cNvPr id="5" name="Text Placeholder 4"/>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55</a:t>
            </a:fld>
            <a:endParaRPr lang="en-US"/>
          </a:p>
        </p:txBody>
      </p:sp>
      <p:pic>
        <p:nvPicPr>
          <p:cNvPr id="3074" name="Picture 2"/>
          <p:cNvPicPr>
            <a:picLocks noGrp="1" noChangeAspect="1" noChangeArrowheads="1"/>
          </p:cNvPicPr>
          <p:nvPr>
            <p:ph sz="quarter" idx="15"/>
          </p:nvPr>
        </p:nvPicPr>
        <p:blipFill>
          <a:blip r:embed="rId2"/>
          <a:srcRect/>
          <a:stretch>
            <a:fillRect/>
          </a:stretch>
        </p:blipFill>
        <p:spPr bwMode="auto">
          <a:xfrm>
            <a:off x="520505" y="4923692"/>
            <a:ext cx="7863840" cy="1012874"/>
          </a:xfrm>
          <a:prstGeom prst="rect">
            <a:avLst/>
          </a:prstGeom>
          <a:noFill/>
          <a:ln w="9525">
            <a:noFill/>
            <a:miter lim="800000"/>
            <a:headEnd/>
            <a:tailEnd/>
          </a:ln>
          <a:effec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Using Both Limits</a:t>
            </a:r>
            <a:endParaRPr lang="en-IN" dirty="0"/>
          </a:p>
        </p:txBody>
      </p:sp>
      <p:sp>
        <p:nvSpPr>
          <p:cNvPr id="3" name="Content Placeholder 2"/>
          <p:cNvSpPr>
            <a:spLocks noGrp="1"/>
          </p:cNvSpPr>
          <p:nvPr>
            <p:ph sz="quarter" idx="11"/>
          </p:nvPr>
        </p:nvSpPr>
        <p:spPr>
          <a:xfrm>
            <a:off x="342900" y="1276709"/>
            <a:ext cx="8458200" cy="2957665"/>
          </a:xfrm>
        </p:spPr>
        <p:txBody>
          <a:bodyPr/>
          <a:lstStyle/>
          <a:p>
            <a:pPr algn="just">
              <a:lnSpc>
                <a:spcPct val="150000"/>
              </a:lnSpc>
              <a:buFont typeface="Arial" pitchFamily="34" charset="0"/>
              <a:buChar char="•"/>
            </a:pPr>
            <a:r>
              <a:rPr lang="en-IN" i="0" dirty="0" smtClean="0"/>
              <a:t>The Shannon formula gives us 6 Mbps, the upper limit. </a:t>
            </a:r>
          </a:p>
          <a:p>
            <a:pPr algn="just">
              <a:lnSpc>
                <a:spcPct val="150000"/>
              </a:lnSpc>
              <a:buFont typeface="Arial" pitchFamily="34" charset="0"/>
              <a:buChar char="•"/>
            </a:pPr>
            <a:r>
              <a:rPr lang="en-IN" i="0" dirty="0" smtClean="0"/>
              <a:t>For better performance we choose something lower, 4 Mbps, for example. </a:t>
            </a:r>
          </a:p>
          <a:p>
            <a:pPr algn="just">
              <a:lnSpc>
                <a:spcPct val="150000"/>
              </a:lnSpc>
              <a:buFont typeface="Arial" pitchFamily="34" charset="0"/>
              <a:buChar char="•"/>
            </a:pPr>
            <a:r>
              <a:rPr lang="en-IN" i="0" dirty="0" smtClean="0"/>
              <a:t>Then we use the </a:t>
            </a:r>
            <a:r>
              <a:rPr lang="en-IN" i="0" dirty="0" err="1" smtClean="0"/>
              <a:t>Nyquist</a:t>
            </a:r>
            <a:r>
              <a:rPr lang="en-IN" i="0" dirty="0" smtClean="0"/>
              <a:t> formula to find the number of signal levels.</a:t>
            </a:r>
            <a:endParaRPr lang="en-IN" i="0" dirty="0"/>
          </a:p>
        </p:txBody>
      </p:sp>
      <p:sp>
        <p:nvSpPr>
          <p:cNvPr id="5" name="Text Placeholder 4"/>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56</a:t>
            </a:fld>
            <a:endParaRPr lang="en-US"/>
          </a:p>
        </p:txBody>
      </p:sp>
      <p:pic>
        <p:nvPicPr>
          <p:cNvPr id="4098" name="Picture 2"/>
          <p:cNvPicPr>
            <a:picLocks noGrp="1" noChangeAspect="1" noChangeArrowheads="1"/>
          </p:cNvPicPr>
          <p:nvPr>
            <p:ph sz="quarter" idx="15"/>
          </p:nvPr>
        </p:nvPicPr>
        <p:blipFill>
          <a:blip r:embed="rId2"/>
          <a:srcRect/>
          <a:stretch>
            <a:fillRect/>
          </a:stretch>
        </p:blipFill>
        <p:spPr bwMode="auto">
          <a:xfrm>
            <a:off x="2011680" y="4642338"/>
            <a:ext cx="5064369" cy="970671"/>
          </a:xfrm>
          <a:prstGeom prst="rect">
            <a:avLst/>
          </a:prstGeom>
          <a:noFill/>
          <a:ln w="9525">
            <a:noFill/>
            <a:miter lim="800000"/>
            <a:headEnd/>
            <a:tailEnd/>
          </a:ln>
          <a:effec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BD395A-9852-B5BC-970D-9C7C974886F6}"/>
              </a:ext>
            </a:extLst>
          </p:cNvPr>
          <p:cNvSpPr>
            <a:spLocks noGrp="1"/>
          </p:cNvSpPr>
          <p:nvPr>
            <p:ph type="title"/>
          </p:nvPr>
        </p:nvSpPr>
        <p:spPr/>
        <p:txBody>
          <a:bodyPr/>
          <a:lstStyle/>
          <a:p>
            <a:r>
              <a:rPr lang="en-US" sz="3200" dirty="0"/>
              <a:t>Performance</a:t>
            </a:r>
            <a:endParaRPr lang="en-IN" dirty="0"/>
          </a:p>
        </p:txBody>
      </p:sp>
      <p:sp>
        <p:nvSpPr>
          <p:cNvPr id="3" name="Content Placeholder 2">
            <a:extLst>
              <a:ext uri="{FF2B5EF4-FFF2-40B4-BE49-F238E27FC236}">
                <a16:creationId xmlns:a16="http://schemas.microsoft.com/office/drawing/2014/main" xmlns="" id="{BE908D9D-F8AF-1640-C8AC-7C03EE0792F6}"/>
              </a:ext>
            </a:extLst>
          </p:cNvPr>
          <p:cNvSpPr>
            <a:spLocks noGrp="1"/>
          </p:cNvSpPr>
          <p:nvPr>
            <p:ph sz="quarter" idx="11"/>
          </p:nvPr>
        </p:nvSpPr>
        <p:spPr/>
        <p:txBody>
          <a:bodyPr/>
          <a:lstStyle/>
          <a:p>
            <a:pPr marL="342900" indent="-342900" algn="just">
              <a:lnSpc>
                <a:spcPct val="150000"/>
              </a:lnSpc>
              <a:buFont typeface="Arial" panose="020B0604020202020204" pitchFamily="34" charset="0"/>
              <a:buChar char="•"/>
            </a:pPr>
            <a:r>
              <a:rPr lang="en-US" sz="2800" i="0" dirty="0"/>
              <a:t>Bandwidth</a:t>
            </a:r>
          </a:p>
          <a:p>
            <a:pPr marL="342900" indent="-342900" algn="just">
              <a:lnSpc>
                <a:spcPct val="150000"/>
              </a:lnSpc>
              <a:buFont typeface="Arial" panose="020B0604020202020204" pitchFamily="34" charset="0"/>
              <a:buChar char="•"/>
            </a:pPr>
            <a:r>
              <a:rPr lang="en-US" sz="2800" i="0" dirty="0"/>
              <a:t>Throughput</a:t>
            </a:r>
          </a:p>
          <a:p>
            <a:pPr marL="342900" indent="-342900" algn="just">
              <a:lnSpc>
                <a:spcPct val="150000"/>
              </a:lnSpc>
              <a:buFont typeface="Arial" panose="020B0604020202020204" pitchFamily="34" charset="0"/>
              <a:buChar char="•"/>
            </a:pPr>
            <a:r>
              <a:rPr lang="en-US" sz="2800" i="0" dirty="0"/>
              <a:t>Latency (Delay)</a:t>
            </a:r>
          </a:p>
          <a:p>
            <a:pPr marL="342900" indent="-342900" algn="just">
              <a:lnSpc>
                <a:spcPct val="150000"/>
              </a:lnSpc>
              <a:buFont typeface="Arial" panose="020B0604020202020204" pitchFamily="34" charset="0"/>
              <a:buChar char="•"/>
            </a:pPr>
            <a:r>
              <a:rPr lang="en-US" sz="2800" i="0" dirty="0"/>
              <a:t>Bandwidth-Delay Product</a:t>
            </a:r>
          </a:p>
          <a:p>
            <a:pPr marL="342900" indent="-342900" algn="just">
              <a:lnSpc>
                <a:spcPct val="150000"/>
              </a:lnSpc>
              <a:buFont typeface="Arial" panose="020B0604020202020204" pitchFamily="34" charset="0"/>
              <a:buChar char="•"/>
            </a:pPr>
            <a:r>
              <a:rPr lang="en-US" sz="2800" i="0" dirty="0"/>
              <a:t>Jitter</a:t>
            </a:r>
            <a:endParaRPr lang="en-IN" sz="2800" i="0" dirty="0"/>
          </a:p>
        </p:txBody>
      </p:sp>
      <p:sp>
        <p:nvSpPr>
          <p:cNvPr id="6" name="Text Placeholder 5">
            <a:extLst>
              <a:ext uri="{FF2B5EF4-FFF2-40B4-BE49-F238E27FC236}">
                <a16:creationId xmlns:a16="http://schemas.microsoft.com/office/drawing/2014/main" xmlns="" id="{814C82B7-6AC6-3111-F9FC-2D481F8C88A0}"/>
              </a:ext>
            </a:extLst>
          </p:cNvPr>
          <p:cNvSpPr>
            <a:spLocks noGrp="1"/>
          </p:cNvSpPr>
          <p:nvPr>
            <p:ph type="body" sz="quarter" idx="39"/>
          </p:nvPr>
        </p:nvSpPr>
        <p:spPr/>
        <p:txBody>
          <a:bodyPr/>
          <a:lstStyle/>
          <a:p>
            <a:endParaRPr lang="en-IN"/>
          </a:p>
        </p:txBody>
      </p:sp>
      <p:sp>
        <p:nvSpPr>
          <p:cNvPr id="8" name="Slide Number Placeholder 7">
            <a:extLst>
              <a:ext uri="{FF2B5EF4-FFF2-40B4-BE49-F238E27FC236}">
                <a16:creationId xmlns:a16="http://schemas.microsoft.com/office/drawing/2014/main" xmlns="" id="{60897073-FE5D-DD6F-690E-01CA6D72C3BC}"/>
              </a:ext>
            </a:extLst>
          </p:cNvPr>
          <p:cNvSpPr>
            <a:spLocks noGrp="1"/>
          </p:cNvSpPr>
          <p:nvPr>
            <p:ph type="sldNum" sz="quarter" idx="10"/>
          </p:nvPr>
        </p:nvSpPr>
        <p:spPr/>
        <p:txBody>
          <a:bodyPr/>
          <a:lstStyle/>
          <a:p>
            <a:fld id="{68151E55-6873-49E2-B8D5-2F265E6F1973}" type="slidenum">
              <a:rPr lang="en-US" smtClean="0"/>
              <a:pPr/>
              <a:t>57</a:t>
            </a:fld>
            <a:endParaRPr lang="en-US"/>
          </a:p>
        </p:txBody>
      </p:sp>
    </p:spTree>
    <p:extLst>
      <p:ext uri="{BB962C8B-B14F-4D97-AF65-F5344CB8AC3E}">
        <p14:creationId xmlns:p14="http://schemas.microsoft.com/office/powerpoint/2010/main" xmlns="" val="40038874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xmlns="" id="{9EADB8BE-C7B3-45FE-A0E7-4820C0ED3499}"/>
              </a:ext>
            </a:extLst>
          </p:cNvPr>
          <p:cNvSpPr>
            <a:spLocks noGrp="1"/>
          </p:cNvSpPr>
          <p:nvPr>
            <p:ph type="title"/>
          </p:nvPr>
        </p:nvSpPr>
        <p:spPr>
          <a:xfrm>
            <a:off x="342900" y="215347"/>
            <a:ext cx="8458200" cy="678611"/>
          </a:xfrm>
        </p:spPr>
        <p:txBody>
          <a:bodyPr/>
          <a:lstStyle/>
          <a:p>
            <a:r>
              <a:rPr lang="en-US" sz="3200" dirty="0">
                <a:latin typeface="+mj-lt"/>
              </a:rPr>
              <a:t>Performance</a:t>
            </a:r>
          </a:p>
        </p:txBody>
      </p:sp>
      <p:sp>
        <p:nvSpPr>
          <p:cNvPr id="8" name="Content Placeholder 2">
            <a:extLst>
              <a:ext uri="{FF2B5EF4-FFF2-40B4-BE49-F238E27FC236}">
                <a16:creationId xmlns:a16="http://schemas.microsoft.com/office/drawing/2014/main" xmlns="" id="{7FAEA6A5-BBAD-4D40-8C38-B02CFBC8F971}"/>
              </a:ext>
            </a:extLst>
          </p:cNvPr>
          <p:cNvSpPr>
            <a:spLocks noGrp="1"/>
          </p:cNvSpPr>
          <p:nvPr>
            <p:ph sz="quarter" idx="11"/>
          </p:nvPr>
        </p:nvSpPr>
        <p:spPr>
          <a:xfrm>
            <a:off x="342900" y="893958"/>
            <a:ext cx="8660372" cy="5774128"/>
          </a:xfrm>
        </p:spPr>
        <p:txBody>
          <a:bodyPr/>
          <a:lstStyle/>
          <a:p>
            <a:pPr algn="just">
              <a:lnSpc>
                <a:spcPct val="150000"/>
              </a:lnSpc>
              <a:buFont typeface="Arial" pitchFamily="34" charset="0"/>
              <a:buChar char="•"/>
              <a:defRPr/>
            </a:pPr>
            <a:r>
              <a:rPr lang="en-US" i="0" dirty="0"/>
              <a:t>Up to now, we have discussed the tools of transmitting data (signals) over a network and how the data behave. </a:t>
            </a:r>
          </a:p>
          <a:p>
            <a:pPr algn="just">
              <a:lnSpc>
                <a:spcPct val="150000"/>
              </a:lnSpc>
              <a:buFont typeface="Arial" pitchFamily="34" charset="0"/>
              <a:buChar char="•"/>
              <a:defRPr/>
            </a:pPr>
            <a:r>
              <a:rPr lang="en-US" i="0" dirty="0"/>
              <a:t>One important issue in networking is the performance of the network—how good is it?</a:t>
            </a:r>
          </a:p>
          <a:p>
            <a:pPr>
              <a:defRPr/>
            </a:pPr>
            <a:r>
              <a:rPr lang="en-US" b="1" dirty="0" smtClean="0"/>
              <a:t>Bandwidth  </a:t>
            </a:r>
            <a:endParaRPr lang="en-US" b="1" dirty="0"/>
          </a:p>
          <a:p>
            <a:pPr>
              <a:buFont typeface="Arial" pitchFamily="34" charset="0"/>
              <a:buChar char="•"/>
              <a:defRPr/>
            </a:pPr>
            <a:r>
              <a:rPr lang="en-US" i="0" dirty="0"/>
              <a:t>One characteristic that measure network performance is bandwidth.</a:t>
            </a:r>
          </a:p>
          <a:p>
            <a:pPr algn="just">
              <a:defRPr/>
            </a:pPr>
            <a:endParaRPr lang="en-US" dirty="0"/>
          </a:p>
        </p:txBody>
      </p:sp>
      <p:sp>
        <p:nvSpPr>
          <p:cNvPr id="2" name="Slide Number Placeholder 3">
            <a:extLst>
              <a:ext uri="{FF2B5EF4-FFF2-40B4-BE49-F238E27FC236}">
                <a16:creationId xmlns:a16="http://schemas.microsoft.com/office/drawing/2014/main" xmlns="" id="{DD920552-103F-4AB5-B4D0-E94DBA7BF4BC}"/>
              </a:ext>
            </a:extLst>
          </p:cNvPr>
          <p:cNvSpPr>
            <a:spLocks noGrp="1"/>
          </p:cNvSpPr>
          <p:nvPr>
            <p:ph type="sldNum" sz="quarter" idx="10"/>
          </p:nvPr>
        </p:nvSpPr>
        <p:spPr/>
        <p:txBody>
          <a:bodyPr/>
          <a:lstStyle/>
          <a:p>
            <a:fld id="{68151E55-6873-49E2-B8D5-2F265E6F1973}" type="slidenum">
              <a:rPr lang="en-US" smtClean="0">
                <a:latin typeface="+mj-lt"/>
              </a:rPr>
              <a:pPr/>
              <a:t>58</a:t>
            </a:fld>
            <a:endParaRPr lang="en-US">
              <a:latin typeface="+mj-lt"/>
            </a:endParaRPr>
          </a:p>
        </p:txBody>
      </p:sp>
      <p:pic>
        <p:nvPicPr>
          <p:cNvPr id="4" name="Picture 3">
            <a:extLst>
              <a:ext uri="{FF2B5EF4-FFF2-40B4-BE49-F238E27FC236}">
                <a16:creationId xmlns:a16="http://schemas.microsoft.com/office/drawing/2014/main" xmlns="" id="{3C035372-95C6-5DA9-75F6-F63A260C9F6D}"/>
              </a:ext>
            </a:extLst>
          </p:cNvPr>
          <p:cNvPicPr>
            <a:picLocks noChangeAspect="1"/>
          </p:cNvPicPr>
          <p:nvPr/>
        </p:nvPicPr>
        <p:blipFill>
          <a:blip r:embed="rId2"/>
          <a:stretch>
            <a:fillRect/>
          </a:stretch>
        </p:blipFill>
        <p:spPr>
          <a:xfrm>
            <a:off x="463132" y="4299195"/>
            <a:ext cx="8337968" cy="2129739"/>
          </a:xfrm>
          <a:prstGeom prst="rect">
            <a:avLst/>
          </a:prstGeom>
        </p:spPr>
      </p:pic>
    </p:spTree>
    <p:extLst>
      <p:ext uri="{BB962C8B-B14F-4D97-AF65-F5344CB8AC3E}">
        <p14:creationId xmlns:p14="http://schemas.microsoft.com/office/powerpoint/2010/main" xmlns="" val="98376344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xmlns="" id="{7FAEA6A5-BBAD-4D40-8C38-B02CFBC8F971}"/>
              </a:ext>
            </a:extLst>
          </p:cNvPr>
          <p:cNvSpPr>
            <a:spLocks noGrp="1"/>
          </p:cNvSpPr>
          <p:nvPr>
            <p:ph sz="quarter" idx="11"/>
          </p:nvPr>
        </p:nvSpPr>
        <p:spPr/>
        <p:txBody>
          <a:bodyPr/>
          <a:lstStyle/>
          <a:p>
            <a:pPr algn="just">
              <a:lnSpc>
                <a:spcPct val="150000"/>
              </a:lnSpc>
            </a:pPr>
            <a:r>
              <a:rPr lang="en-US" b="1" dirty="0"/>
              <a:t>Example:- </a:t>
            </a:r>
            <a:r>
              <a:rPr lang="en-US" i="0" dirty="0"/>
              <a:t>The bandwidth of a subscriber line is 4 kHz for voice or data. The bandwidth of this line for data transmission can be up to 56 kbps, using a sophisticated modem to change the digital signal to analog. </a:t>
            </a:r>
          </a:p>
          <a:p>
            <a:pPr algn="just">
              <a:lnSpc>
                <a:spcPct val="150000"/>
              </a:lnSpc>
              <a:buFont typeface="Arial" pitchFamily="34" charset="0"/>
              <a:buChar char="•"/>
            </a:pPr>
            <a:r>
              <a:rPr lang="en-US" i="0" dirty="0"/>
              <a:t>If the telephone company improves the quality of the line and increases the bandwidth to 8 kHz, we can send 112 kbps</a:t>
            </a:r>
            <a:r>
              <a:rPr lang="en-US" i="0" dirty="0" smtClean="0"/>
              <a:t>. </a:t>
            </a:r>
          </a:p>
          <a:p>
            <a:pPr algn="just">
              <a:lnSpc>
                <a:spcPct val="150000"/>
              </a:lnSpc>
              <a:buFont typeface="Arial" pitchFamily="34" charset="0"/>
              <a:buChar char="•"/>
            </a:pPr>
            <a:r>
              <a:rPr lang="en-US" i="0" dirty="0" smtClean="0"/>
              <a:t>For example, one can say that the bandwidth of a fast Ethernet network is 100 Mbps. This means we can send 100 Mbps through this network.</a:t>
            </a:r>
            <a:endParaRPr lang="en-US" i="0" dirty="0"/>
          </a:p>
        </p:txBody>
      </p:sp>
      <p:sp>
        <p:nvSpPr>
          <p:cNvPr id="2" name="Slide Number Placeholder 3">
            <a:extLst>
              <a:ext uri="{FF2B5EF4-FFF2-40B4-BE49-F238E27FC236}">
                <a16:creationId xmlns:a16="http://schemas.microsoft.com/office/drawing/2014/main" xmlns="" id="{DD920552-103F-4AB5-B4D0-E94DBA7BF4BC}"/>
              </a:ext>
            </a:extLst>
          </p:cNvPr>
          <p:cNvSpPr>
            <a:spLocks noGrp="1"/>
          </p:cNvSpPr>
          <p:nvPr>
            <p:ph type="sldNum" sz="quarter" idx="10"/>
          </p:nvPr>
        </p:nvSpPr>
        <p:spPr/>
        <p:txBody>
          <a:bodyPr/>
          <a:lstStyle/>
          <a:p>
            <a:fld id="{68151E55-6873-49E2-B8D5-2F265E6F1973}" type="slidenum">
              <a:rPr lang="en-US" smtClean="0">
                <a:latin typeface="+mj-lt"/>
              </a:rPr>
              <a:pPr/>
              <a:t>59</a:t>
            </a:fld>
            <a:endParaRPr lang="en-US">
              <a:latin typeface="+mj-lt"/>
            </a:endParaRPr>
          </a:p>
        </p:txBody>
      </p:sp>
      <p:sp>
        <p:nvSpPr>
          <p:cNvPr id="5" name="Title 1">
            <a:extLst>
              <a:ext uri="{FF2B5EF4-FFF2-40B4-BE49-F238E27FC236}">
                <a16:creationId xmlns:a16="http://schemas.microsoft.com/office/drawing/2014/main" xmlns="" id="{9EADB8BE-C7B3-45FE-A0E7-4820C0ED3499}"/>
              </a:ext>
            </a:extLst>
          </p:cNvPr>
          <p:cNvSpPr>
            <a:spLocks noGrp="1"/>
          </p:cNvSpPr>
          <p:nvPr>
            <p:ph type="title"/>
          </p:nvPr>
        </p:nvSpPr>
        <p:spPr>
          <a:xfrm>
            <a:off x="329045" y="229202"/>
            <a:ext cx="8458200" cy="678611"/>
          </a:xfrm>
        </p:spPr>
        <p:txBody>
          <a:bodyPr/>
          <a:lstStyle/>
          <a:p>
            <a:r>
              <a:rPr lang="en-US" sz="3200" dirty="0">
                <a:latin typeface="+mj-lt"/>
              </a:rPr>
              <a:t>Performance</a:t>
            </a:r>
          </a:p>
        </p:txBody>
      </p:sp>
    </p:spTree>
    <p:extLst>
      <p:ext uri="{BB962C8B-B14F-4D97-AF65-F5344CB8AC3E}">
        <p14:creationId xmlns:p14="http://schemas.microsoft.com/office/powerpoint/2010/main" xmlns="" val="833940650"/>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xmlns="" id="{7FAEA6A5-BBAD-4D40-8C38-B02CFBC8F971}"/>
              </a:ext>
            </a:extLst>
          </p:cNvPr>
          <p:cNvSpPr>
            <a:spLocks noGrp="1"/>
          </p:cNvSpPr>
          <p:nvPr>
            <p:ph sz="quarter" idx="11"/>
          </p:nvPr>
        </p:nvSpPr>
        <p:spPr>
          <a:xfrm>
            <a:off x="367152" y="813392"/>
            <a:ext cx="8458200" cy="5587408"/>
          </a:xfrm>
        </p:spPr>
        <p:txBody>
          <a:bodyPr/>
          <a:lstStyle/>
          <a:p>
            <a:pPr algn="just">
              <a:defRPr/>
            </a:pPr>
            <a:r>
              <a:rPr lang="en-US" b="1" dirty="0"/>
              <a:t>Throughput:</a:t>
            </a:r>
          </a:p>
          <a:p>
            <a:pPr marL="342900" indent="-342900" algn="just">
              <a:lnSpc>
                <a:spcPct val="150000"/>
              </a:lnSpc>
              <a:buFont typeface="Arial" panose="020B0604020202020204" pitchFamily="34" charset="0"/>
              <a:buChar char="•"/>
              <a:defRPr/>
            </a:pPr>
            <a:r>
              <a:rPr lang="en-US" i="0" dirty="0"/>
              <a:t>The throughput is the measure of </a:t>
            </a:r>
            <a:r>
              <a:rPr lang="en-US" b="1" i="0" dirty="0"/>
              <a:t>how fast we can actually  send data through a network</a:t>
            </a:r>
            <a:r>
              <a:rPr lang="en-US" b="1" i="0" dirty="0" smtClean="0"/>
              <a:t>.</a:t>
            </a:r>
          </a:p>
          <a:p>
            <a:pPr lvl="1" algn="just">
              <a:lnSpc>
                <a:spcPct val="150000"/>
              </a:lnSpc>
            </a:pPr>
            <a:r>
              <a:rPr lang="en-IN" i="0" dirty="0" smtClean="0"/>
              <a:t>A link may have a bandwidth of B bps, but we can only send T bps through this link with T always less than B.</a:t>
            </a:r>
          </a:p>
          <a:p>
            <a:pPr lvl="1" algn="just">
              <a:lnSpc>
                <a:spcPct val="150000"/>
              </a:lnSpc>
            </a:pPr>
            <a:r>
              <a:rPr lang="en-IN" i="0" dirty="0" smtClean="0"/>
              <a:t>In other words, the bandwidth is a potential measurement of a link; the throughput is an actual measurement of how fast we can send data.</a:t>
            </a:r>
            <a:endParaRPr lang="en-US" b="1" i="0" dirty="0"/>
          </a:p>
          <a:p>
            <a:pPr algn="just">
              <a:defRPr/>
            </a:pPr>
            <a:endParaRPr lang="en-US" b="1" dirty="0"/>
          </a:p>
        </p:txBody>
      </p:sp>
      <p:sp>
        <p:nvSpPr>
          <p:cNvPr id="2" name="Slide Number Placeholder 3">
            <a:extLst>
              <a:ext uri="{FF2B5EF4-FFF2-40B4-BE49-F238E27FC236}">
                <a16:creationId xmlns:a16="http://schemas.microsoft.com/office/drawing/2014/main" xmlns="" id="{DD920552-103F-4AB5-B4D0-E94DBA7BF4BC}"/>
              </a:ext>
            </a:extLst>
          </p:cNvPr>
          <p:cNvSpPr>
            <a:spLocks noGrp="1"/>
          </p:cNvSpPr>
          <p:nvPr>
            <p:ph type="sldNum" sz="quarter" idx="10"/>
          </p:nvPr>
        </p:nvSpPr>
        <p:spPr/>
        <p:txBody>
          <a:bodyPr/>
          <a:lstStyle/>
          <a:p>
            <a:fld id="{68151E55-6873-49E2-B8D5-2F265E6F1973}" type="slidenum">
              <a:rPr lang="en-US" smtClean="0">
                <a:latin typeface="+mj-lt"/>
              </a:rPr>
              <a:pPr/>
              <a:t>60</a:t>
            </a:fld>
            <a:endParaRPr lang="en-US">
              <a:latin typeface="+mj-lt"/>
            </a:endParaRPr>
          </a:p>
        </p:txBody>
      </p:sp>
      <p:sp>
        <p:nvSpPr>
          <p:cNvPr id="5" name="Title 1">
            <a:extLst>
              <a:ext uri="{FF2B5EF4-FFF2-40B4-BE49-F238E27FC236}">
                <a16:creationId xmlns:a16="http://schemas.microsoft.com/office/drawing/2014/main" xmlns="" id="{9EADB8BE-C7B3-45FE-A0E7-4820C0ED3499}"/>
              </a:ext>
            </a:extLst>
          </p:cNvPr>
          <p:cNvSpPr txBox="1">
            <a:spLocks/>
          </p:cNvSpPr>
          <p:nvPr/>
        </p:nvSpPr>
        <p:spPr>
          <a:xfrm>
            <a:off x="367152" y="27358"/>
            <a:ext cx="8458200" cy="67861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i="1" kern="1200">
                <a:solidFill>
                  <a:schemeClr val="tx2"/>
                </a:solidFill>
                <a:latin typeface="Times New Roman" panose="02020603050405020304" pitchFamily="18" charset="0"/>
                <a:ea typeface="+mj-ea"/>
                <a:cs typeface="Times New Roman" panose="02020603050405020304" pitchFamily="18" charset="0"/>
              </a:defRPr>
            </a:lvl1pPr>
          </a:lstStyle>
          <a:p>
            <a:r>
              <a:rPr lang="en-US" sz="3200" dirty="0">
                <a:latin typeface="+mj-lt"/>
              </a:rPr>
              <a:t>Performance</a:t>
            </a:r>
          </a:p>
        </p:txBody>
      </p:sp>
    </p:spTree>
    <p:extLst>
      <p:ext uri="{BB962C8B-B14F-4D97-AF65-F5344CB8AC3E}">
        <p14:creationId xmlns:p14="http://schemas.microsoft.com/office/powerpoint/2010/main" xmlns="" val="26691821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Throughput</a:t>
            </a:r>
            <a:endParaRPr lang="en-IN" dirty="0"/>
          </a:p>
        </p:txBody>
      </p:sp>
      <p:sp>
        <p:nvSpPr>
          <p:cNvPr id="8" name="Content Placeholder 7"/>
          <p:cNvSpPr>
            <a:spLocks noGrp="1"/>
          </p:cNvSpPr>
          <p:nvPr>
            <p:ph sz="quarter" idx="11"/>
          </p:nvPr>
        </p:nvSpPr>
        <p:spPr>
          <a:xfrm>
            <a:off x="342900" y="1069145"/>
            <a:ext cx="8458200" cy="5181901"/>
          </a:xfrm>
        </p:spPr>
        <p:txBody>
          <a:bodyPr/>
          <a:lstStyle/>
          <a:p>
            <a:pPr lvl="1" algn="just">
              <a:lnSpc>
                <a:spcPct val="150000"/>
              </a:lnSpc>
            </a:pPr>
            <a:r>
              <a:rPr lang="en-IN" i="0" dirty="0" smtClean="0"/>
              <a:t>For example, we may have a link with a bandwidth of 1 Mbps, but the devices connected to the end of the link may handle only 200 kbps.</a:t>
            </a:r>
          </a:p>
          <a:p>
            <a:pPr lvl="1" algn="just">
              <a:lnSpc>
                <a:spcPct val="150000"/>
              </a:lnSpc>
            </a:pPr>
            <a:r>
              <a:rPr lang="en-IN" i="0" dirty="0" smtClean="0"/>
              <a:t>This means that we cannot send more than 200 kbps through this link.</a:t>
            </a:r>
          </a:p>
        </p:txBody>
      </p:sp>
      <p:sp>
        <p:nvSpPr>
          <p:cNvPr id="9" name="Text Placeholder 8"/>
          <p:cNvSpPr>
            <a:spLocks noGrp="1"/>
          </p:cNvSpPr>
          <p:nvPr>
            <p:ph type="body" sz="quarter" idx="39"/>
          </p:nvPr>
        </p:nvSpPr>
        <p:spPr/>
        <p:txBody>
          <a:bodyPr/>
          <a:lstStyle/>
          <a:p>
            <a:endParaRPr lang="en-IN"/>
          </a:p>
        </p:txBody>
      </p:sp>
      <p:sp>
        <p:nvSpPr>
          <p:cNvPr id="10" name="Text Placeholder 9"/>
          <p:cNvSpPr>
            <a:spLocks noGrp="1"/>
          </p:cNvSpPr>
          <p:nvPr>
            <p:ph type="body" sz="quarter" idx="40"/>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dirty="0" smtClean="0"/>
              <a:t>Throughput- Example</a:t>
            </a:r>
            <a:endParaRPr lang="en-IN" dirty="0"/>
          </a:p>
        </p:txBody>
      </p:sp>
      <p:sp>
        <p:nvSpPr>
          <p:cNvPr id="13" name="Content Placeholder 12"/>
          <p:cNvSpPr>
            <a:spLocks noGrp="1"/>
          </p:cNvSpPr>
          <p:nvPr>
            <p:ph sz="quarter" idx="11"/>
          </p:nvPr>
        </p:nvSpPr>
        <p:spPr/>
        <p:txBody>
          <a:bodyPr/>
          <a:lstStyle/>
          <a:p>
            <a:pPr lvl="1" algn="just">
              <a:lnSpc>
                <a:spcPct val="150000"/>
              </a:lnSpc>
            </a:pPr>
            <a:r>
              <a:rPr lang="en-IN" i="0" dirty="0" smtClean="0"/>
              <a:t>A network with bandwidth of 10 Mbps can pass only an average of 12,000 frames per minute with each frame carrying an average of 10,000 bits. What is the throughput of this network?</a:t>
            </a:r>
          </a:p>
          <a:p>
            <a:pPr lvl="1" algn="just">
              <a:lnSpc>
                <a:spcPct val="150000"/>
              </a:lnSpc>
            </a:pPr>
            <a:r>
              <a:rPr lang="en-IN" i="0" dirty="0" smtClean="0"/>
              <a:t>We can calculate the throughput as</a:t>
            </a:r>
            <a:endParaRPr lang="en-IN" i="0" dirty="0"/>
          </a:p>
        </p:txBody>
      </p:sp>
      <p:sp>
        <p:nvSpPr>
          <p:cNvPr id="14" name="Content Placeholder 13"/>
          <p:cNvSpPr>
            <a:spLocks noGrp="1"/>
          </p:cNvSpPr>
          <p:nvPr>
            <p:ph sz="quarter" idx="15"/>
          </p:nvPr>
        </p:nvSpPr>
        <p:spPr/>
        <p:txBody>
          <a:bodyPr/>
          <a:lstStyle/>
          <a:p>
            <a:pPr algn="ctr"/>
            <a:r>
              <a:rPr lang="en-IN" b="1" i="0" dirty="0" smtClean="0"/>
              <a:t>Throughput = (12,000 X 10,000) / 60 = 2 Mbps</a:t>
            </a:r>
            <a:endParaRPr lang="en-IN" i="0" dirty="0"/>
          </a:p>
        </p:txBody>
      </p:sp>
      <p:sp>
        <p:nvSpPr>
          <p:cNvPr id="15" name="Text Placeholder 14"/>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Performance</a:t>
            </a:r>
            <a:endParaRPr lang="en-IN" dirty="0"/>
          </a:p>
        </p:txBody>
      </p:sp>
      <p:sp>
        <p:nvSpPr>
          <p:cNvPr id="3" name="Content Placeholder 2"/>
          <p:cNvSpPr>
            <a:spLocks noGrp="1"/>
          </p:cNvSpPr>
          <p:nvPr>
            <p:ph sz="quarter" idx="11"/>
          </p:nvPr>
        </p:nvSpPr>
        <p:spPr>
          <a:xfrm>
            <a:off x="342900" y="1121965"/>
            <a:ext cx="8458200" cy="5110022"/>
          </a:xfrm>
        </p:spPr>
        <p:txBody>
          <a:bodyPr/>
          <a:lstStyle/>
          <a:p>
            <a:pPr algn="just">
              <a:defRPr/>
            </a:pPr>
            <a:r>
              <a:rPr lang="en-US" b="1" dirty="0" smtClean="0"/>
              <a:t>Latency (Delay</a:t>
            </a:r>
            <a:r>
              <a:rPr lang="en-US" dirty="0" smtClean="0"/>
              <a:t>):</a:t>
            </a:r>
          </a:p>
          <a:p>
            <a:pPr marL="342900" indent="-342900" algn="just">
              <a:lnSpc>
                <a:spcPct val="150000"/>
              </a:lnSpc>
              <a:buFont typeface="Arial" panose="020B0604020202020204" pitchFamily="34" charset="0"/>
              <a:buChar char="•"/>
              <a:defRPr/>
            </a:pPr>
            <a:r>
              <a:rPr lang="en-US" i="0" dirty="0" smtClean="0"/>
              <a:t>The </a:t>
            </a:r>
            <a:r>
              <a:rPr lang="en-US" b="1" i="0" dirty="0" smtClean="0"/>
              <a:t>latency or delay</a:t>
            </a:r>
            <a:r>
              <a:rPr lang="en-US" i="0" dirty="0" smtClean="0"/>
              <a:t> defines how long it takes for an entire message to completely arrive at the destination from the time the first bit is sent out from the source. </a:t>
            </a:r>
          </a:p>
          <a:p>
            <a:pPr marL="342900" indent="-342900" algn="just">
              <a:lnSpc>
                <a:spcPct val="150000"/>
              </a:lnSpc>
              <a:buFont typeface="Arial" panose="020B0604020202020204" pitchFamily="34" charset="0"/>
              <a:buChar char="•"/>
              <a:defRPr/>
            </a:pPr>
            <a:r>
              <a:rPr lang="en-US" i="0" dirty="0" smtClean="0"/>
              <a:t>It is made up of four components: propagation time, transmission time, queuing time, and processing delay. </a:t>
            </a:r>
          </a:p>
          <a:p>
            <a:pPr marL="342900" indent="-342900" algn="just">
              <a:lnSpc>
                <a:spcPct val="150000"/>
              </a:lnSpc>
              <a:buFont typeface="Arial" panose="020B0604020202020204" pitchFamily="34" charset="0"/>
              <a:buChar char="•"/>
              <a:defRPr/>
            </a:pPr>
            <a:r>
              <a:rPr lang="en-US" i="0" dirty="0" smtClean="0"/>
              <a:t>The latency or total delay is</a:t>
            </a:r>
          </a:p>
          <a:p>
            <a:pPr marL="342900" indent="-342900" algn="just">
              <a:lnSpc>
                <a:spcPct val="150000"/>
              </a:lnSpc>
              <a:defRPr/>
            </a:pPr>
            <a:r>
              <a:rPr lang="en-US" b="1" i="0" dirty="0" smtClean="0">
                <a:solidFill>
                  <a:srgbClr val="C00000"/>
                </a:solidFill>
              </a:rPr>
              <a:t>Latency</a:t>
            </a:r>
            <a:r>
              <a:rPr lang="en-US" b="1" i="0" dirty="0" smtClean="0">
                <a:solidFill>
                  <a:srgbClr val="FF0000"/>
                </a:solidFill>
              </a:rPr>
              <a:t> </a:t>
            </a:r>
            <a:r>
              <a:rPr lang="en-US" b="1" i="0" dirty="0" smtClean="0">
                <a:solidFill>
                  <a:srgbClr val="000000"/>
                </a:solidFill>
              </a:rPr>
              <a:t>= propagation time + transmission time + queuing time + processing delay</a:t>
            </a:r>
          </a:p>
          <a:p>
            <a:endParaRPr lang="en-IN" dirty="0"/>
          </a:p>
        </p:txBody>
      </p:sp>
      <p:sp>
        <p:nvSpPr>
          <p:cNvPr id="8" name="Text Placeholder 7"/>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Latency (Delay)</a:t>
            </a:r>
            <a:endParaRPr lang="en-IN" dirty="0"/>
          </a:p>
        </p:txBody>
      </p:sp>
      <p:sp>
        <p:nvSpPr>
          <p:cNvPr id="9" name="Content Placeholder 8"/>
          <p:cNvSpPr>
            <a:spLocks noGrp="1"/>
          </p:cNvSpPr>
          <p:nvPr>
            <p:ph sz="quarter" idx="11"/>
          </p:nvPr>
        </p:nvSpPr>
        <p:spPr>
          <a:xfrm>
            <a:off x="342900" y="1139483"/>
            <a:ext cx="8458200" cy="5111563"/>
          </a:xfrm>
        </p:spPr>
        <p:txBody>
          <a:bodyPr/>
          <a:lstStyle/>
          <a:p>
            <a:pPr lvl="1"/>
            <a:r>
              <a:rPr lang="en-IN" b="1" dirty="0" smtClean="0"/>
              <a:t>Propagation Time</a:t>
            </a:r>
          </a:p>
          <a:p>
            <a:pPr lvl="1" algn="just">
              <a:lnSpc>
                <a:spcPct val="150000"/>
              </a:lnSpc>
            </a:pPr>
            <a:r>
              <a:rPr lang="en-IN" i="0" dirty="0" smtClean="0"/>
              <a:t>measures the time required for a bit to travel from the source to the destination.</a:t>
            </a:r>
          </a:p>
          <a:p>
            <a:pPr lvl="1" algn="just">
              <a:lnSpc>
                <a:spcPct val="150000"/>
              </a:lnSpc>
            </a:pPr>
            <a:r>
              <a:rPr lang="en-IN" i="0" dirty="0" smtClean="0"/>
              <a:t>The propagation time is calculated by dividing the distance by the propagation speed.</a:t>
            </a:r>
          </a:p>
          <a:p>
            <a:pPr lvl="1" algn="just">
              <a:lnSpc>
                <a:spcPct val="150000"/>
              </a:lnSpc>
            </a:pPr>
            <a:r>
              <a:rPr lang="fr-FR" b="1" dirty="0" smtClean="0"/>
              <a:t>Propagation time = Distance / (Propagation Speed)</a:t>
            </a:r>
            <a:endParaRPr lang="en-IN" i="0" dirty="0"/>
          </a:p>
        </p:txBody>
      </p:sp>
      <p:sp>
        <p:nvSpPr>
          <p:cNvPr id="10" name="Text Placeholder 9"/>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pPr lvl="1" algn="l" rtl="0">
              <a:spcBef>
                <a:spcPct val="0"/>
              </a:spcBef>
            </a:pPr>
            <a:r>
              <a:rPr lang="en-IN" sz="2400" b="1" i="1" dirty="0" smtClean="0">
                <a:latin typeface="+mj-lt"/>
              </a:rPr>
              <a:t>Propagation Time</a:t>
            </a:r>
            <a:r>
              <a:rPr lang="en-IN" sz="2400" b="1" i="1" dirty="0" smtClean="0"/>
              <a:t/>
            </a:r>
            <a:br>
              <a:rPr lang="en-IN" sz="2400" b="1" i="1" dirty="0" smtClean="0"/>
            </a:br>
            <a:endParaRPr lang="en-IN" sz="2400" i="1" dirty="0"/>
          </a:p>
        </p:txBody>
      </p:sp>
      <p:sp>
        <p:nvSpPr>
          <p:cNvPr id="9" name="Content Placeholder 8"/>
          <p:cNvSpPr>
            <a:spLocks noGrp="1"/>
          </p:cNvSpPr>
          <p:nvPr>
            <p:ph sz="quarter" idx="11"/>
          </p:nvPr>
        </p:nvSpPr>
        <p:spPr>
          <a:xfrm>
            <a:off x="342900" y="984738"/>
            <a:ext cx="8458200" cy="5266308"/>
          </a:xfrm>
        </p:spPr>
        <p:txBody>
          <a:bodyPr/>
          <a:lstStyle/>
          <a:p>
            <a:pPr lvl="1" algn="just">
              <a:lnSpc>
                <a:spcPct val="150000"/>
              </a:lnSpc>
            </a:pPr>
            <a:r>
              <a:rPr lang="en-IN" i="0" dirty="0" smtClean="0"/>
              <a:t>What is the propagation time if the distance between the two points is 12,000 km? Assume the propagation speed to be 2.4 × 10</a:t>
            </a:r>
            <a:r>
              <a:rPr lang="en-IN" i="0" baseline="30000" dirty="0" smtClean="0"/>
              <a:t>8</a:t>
            </a:r>
            <a:r>
              <a:rPr lang="en-IN" i="0" dirty="0" smtClean="0"/>
              <a:t> m/s in cable.</a:t>
            </a:r>
          </a:p>
          <a:p>
            <a:pPr lvl="1" algn="just">
              <a:lnSpc>
                <a:spcPct val="150000"/>
              </a:lnSpc>
            </a:pPr>
            <a:r>
              <a:rPr lang="en-IN" i="0" dirty="0" smtClean="0"/>
              <a:t>We can calculate the propagation time as</a:t>
            </a:r>
          </a:p>
          <a:p>
            <a:pPr lvl="1" algn="just">
              <a:lnSpc>
                <a:spcPct val="150000"/>
              </a:lnSpc>
            </a:pPr>
            <a:r>
              <a:rPr lang="en-IN" b="1" dirty="0" smtClean="0"/>
              <a:t>Propagation time = (12,000 X 1000) / (2.4 X 10</a:t>
            </a:r>
            <a:r>
              <a:rPr lang="en-IN" b="1" baseline="30000" dirty="0" smtClean="0"/>
              <a:t>8</a:t>
            </a:r>
            <a:r>
              <a:rPr lang="en-IN" b="1" dirty="0" smtClean="0"/>
              <a:t>) = 50 ms</a:t>
            </a:r>
          </a:p>
          <a:p>
            <a:pPr lvl="1" algn="just">
              <a:lnSpc>
                <a:spcPct val="150000"/>
              </a:lnSpc>
            </a:pPr>
            <a:r>
              <a:rPr lang="en-IN" i="0" dirty="0" smtClean="0"/>
              <a:t>The example shows that a bit can go over the Atlantic Ocean in only 50 ms if there is a direct cable between the source and the destination.</a:t>
            </a:r>
          </a:p>
          <a:p>
            <a:pPr algn="just">
              <a:lnSpc>
                <a:spcPct val="150000"/>
              </a:lnSpc>
            </a:pPr>
            <a:endParaRPr lang="en-IN" i="0" dirty="0"/>
          </a:p>
        </p:txBody>
      </p:sp>
      <p:sp>
        <p:nvSpPr>
          <p:cNvPr id="10" name="Text Placeholder 9"/>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IN" dirty="0" smtClean="0"/>
              <a:t>Transmission Time</a:t>
            </a:r>
            <a:endParaRPr lang="en-IN" dirty="0"/>
          </a:p>
        </p:txBody>
      </p:sp>
      <p:sp>
        <p:nvSpPr>
          <p:cNvPr id="9" name="Content Placeholder 8"/>
          <p:cNvSpPr>
            <a:spLocks noGrp="1"/>
          </p:cNvSpPr>
          <p:nvPr>
            <p:ph sz="quarter" idx="11"/>
          </p:nvPr>
        </p:nvSpPr>
        <p:spPr>
          <a:xfrm>
            <a:off x="342900" y="984738"/>
            <a:ext cx="8458200" cy="5584874"/>
          </a:xfrm>
        </p:spPr>
        <p:txBody>
          <a:bodyPr/>
          <a:lstStyle/>
          <a:p>
            <a:pPr lvl="1" algn="just">
              <a:lnSpc>
                <a:spcPct val="150000"/>
              </a:lnSpc>
            </a:pPr>
            <a:r>
              <a:rPr lang="en-IN" i="0" dirty="0" smtClean="0"/>
              <a:t>In data communications we don’t send just 1 bit, we send a message.</a:t>
            </a:r>
          </a:p>
          <a:p>
            <a:pPr lvl="1" algn="just">
              <a:lnSpc>
                <a:spcPct val="150000"/>
              </a:lnSpc>
            </a:pPr>
            <a:r>
              <a:rPr lang="en-IN" i="0" dirty="0" smtClean="0"/>
              <a:t>The first bit may take a time equal to the propagation time to reach its destination; the last bit also may take the same amount of time.</a:t>
            </a:r>
          </a:p>
          <a:p>
            <a:pPr lvl="1" algn="just">
              <a:lnSpc>
                <a:spcPct val="150000"/>
              </a:lnSpc>
            </a:pPr>
            <a:r>
              <a:rPr lang="en-IN" i="0" dirty="0" smtClean="0"/>
              <a:t>However, there is a time between the first bit leaving the sender and the last bit arriving at the receiver.</a:t>
            </a:r>
          </a:p>
          <a:p>
            <a:pPr lvl="1" algn="just">
              <a:lnSpc>
                <a:spcPct val="150000"/>
              </a:lnSpc>
            </a:pPr>
            <a:r>
              <a:rPr lang="en-IN" i="0" dirty="0" smtClean="0"/>
              <a:t>The first bit leaves earlier and arrives earlier; the last bit leaves later and arrives later.</a:t>
            </a:r>
            <a:endParaRPr lang="en-IN" i="0" dirty="0"/>
          </a:p>
        </p:txBody>
      </p:sp>
      <p:sp>
        <p:nvSpPr>
          <p:cNvPr id="10" name="Text Placeholder 9"/>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IN" dirty="0" smtClean="0"/>
              <a:t>Transmission Time</a:t>
            </a:r>
            <a:endParaRPr lang="en-IN" dirty="0"/>
          </a:p>
        </p:txBody>
      </p:sp>
      <p:sp>
        <p:nvSpPr>
          <p:cNvPr id="9" name="Content Placeholder 8"/>
          <p:cNvSpPr>
            <a:spLocks noGrp="1"/>
          </p:cNvSpPr>
          <p:nvPr>
            <p:ph sz="quarter" idx="11"/>
          </p:nvPr>
        </p:nvSpPr>
        <p:spPr>
          <a:xfrm>
            <a:off x="342900" y="984738"/>
            <a:ext cx="8458200" cy="5584874"/>
          </a:xfrm>
        </p:spPr>
        <p:txBody>
          <a:bodyPr/>
          <a:lstStyle/>
          <a:p>
            <a:pPr lvl="1" algn="just">
              <a:lnSpc>
                <a:spcPct val="150000"/>
              </a:lnSpc>
            </a:pPr>
            <a:r>
              <a:rPr lang="en-IN" i="0" dirty="0" smtClean="0"/>
              <a:t>The </a:t>
            </a:r>
            <a:r>
              <a:rPr lang="en-IN" b="1" i="0" dirty="0" smtClean="0"/>
              <a:t>transmission time of a message </a:t>
            </a:r>
            <a:r>
              <a:rPr lang="en-IN" i="0" dirty="0" smtClean="0"/>
              <a:t>depends on the size of the message and the bandwidth of the channel.</a:t>
            </a:r>
          </a:p>
          <a:p>
            <a:pPr lvl="1" algn="just">
              <a:lnSpc>
                <a:spcPct val="150000"/>
              </a:lnSpc>
            </a:pPr>
            <a:r>
              <a:rPr lang="en-IN" b="1" dirty="0" smtClean="0"/>
              <a:t>Transmission time = (Message size) / Bandwidth</a:t>
            </a:r>
          </a:p>
          <a:p>
            <a:pPr lvl="1" algn="just">
              <a:lnSpc>
                <a:spcPct val="150000"/>
              </a:lnSpc>
            </a:pPr>
            <a:r>
              <a:rPr lang="en-IN" i="0" dirty="0" smtClean="0"/>
              <a:t>What are the propagation time and the transmission time for a 2.5-KB (kilobyte) message (an email) if the bandwidth of the network is 1 </a:t>
            </a:r>
            <a:r>
              <a:rPr lang="en-IN" i="0" dirty="0" err="1" smtClean="0"/>
              <a:t>Gbps</a:t>
            </a:r>
            <a:r>
              <a:rPr lang="en-IN" i="0" dirty="0" smtClean="0"/>
              <a:t>? Assume that the distance between the sender and the receiver is 12,000 km and that light travels at 2.4 </a:t>
            </a:r>
            <a:r>
              <a:rPr lang="en-IN" sz="2800" i="0" dirty="0" smtClean="0"/>
              <a:t>× </a:t>
            </a:r>
            <a:r>
              <a:rPr lang="en-IN" i="0" dirty="0" smtClean="0"/>
              <a:t>10</a:t>
            </a:r>
            <a:r>
              <a:rPr lang="en-IN" i="0" baseline="30000" dirty="0" smtClean="0"/>
              <a:t>8</a:t>
            </a:r>
            <a:r>
              <a:rPr lang="en-IN" sz="800" i="0" dirty="0" smtClean="0"/>
              <a:t> </a:t>
            </a:r>
            <a:r>
              <a:rPr lang="en-IN" i="0" dirty="0" smtClean="0"/>
              <a:t>m/s.</a:t>
            </a:r>
            <a:endParaRPr lang="en-IN" i="0" dirty="0"/>
          </a:p>
        </p:txBody>
      </p:sp>
      <p:sp>
        <p:nvSpPr>
          <p:cNvPr id="10" name="Text Placeholder 9"/>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IN" dirty="0" smtClean="0"/>
              <a:t>Transmission Time</a:t>
            </a:r>
            <a:endParaRPr lang="en-IN" dirty="0"/>
          </a:p>
        </p:txBody>
      </p:sp>
      <p:sp>
        <p:nvSpPr>
          <p:cNvPr id="9" name="Content Placeholder 8"/>
          <p:cNvSpPr>
            <a:spLocks noGrp="1"/>
          </p:cNvSpPr>
          <p:nvPr>
            <p:ph sz="quarter" idx="11"/>
          </p:nvPr>
        </p:nvSpPr>
        <p:spPr>
          <a:xfrm>
            <a:off x="342900" y="984738"/>
            <a:ext cx="8458200" cy="5584874"/>
          </a:xfrm>
        </p:spPr>
        <p:txBody>
          <a:bodyPr/>
          <a:lstStyle/>
          <a:p>
            <a:pPr lvl="1" algn="just">
              <a:lnSpc>
                <a:spcPct val="150000"/>
              </a:lnSpc>
            </a:pPr>
            <a:r>
              <a:rPr lang="en-IN" i="0" dirty="0" smtClean="0"/>
              <a:t>We can calculate the propagation and transmission time as</a:t>
            </a:r>
          </a:p>
          <a:p>
            <a:pPr lvl="1" algn="just">
              <a:lnSpc>
                <a:spcPct val="150000"/>
              </a:lnSpc>
            </a:pPr>
            <a:r>
              <a:rPr lang="en-IN" b="1" dirty="0" smtClean="0"/>
              <a:t>Propagation time =(12,000 X 1000) / (2.4 X 10</a:t>
            </a:r>
            <a:r>
              <a:rPr lang="en-IN" b="1" baseline="30000" dirty="0" smtClean="0"/>
              <a:t>8</a:t>
            </a:r>
            <a:r>
              <a:rPr lang="en-IN" b="1" dirty="0" smtClean="0"/>
              <a:t>) = 50 ms</a:t>
            </a:r>
          </a:p>
          <a:p>
            <a:pPr lvl="1" algn="just">
              <a:lnSpc>
                <a:spcPct val="150000"/>
              </a:lnSpc>
            </a:pPr>
            <a:r>
              <a:rPr lang="en-IN" b="1" dirty="0" smtClean="0"/>
              <a:t>Transmission time =(2500 X 8) / 10</a:t>
            </a:r>
            <a:r>
              <a:rPr lang="en-IN" b="1" baseline="30000" dirty="0" smtClean="0"/>
              <a:t>9</a:t>
            </a:r>
            <a:r>
              <a:rPr lang="en-IN" b="1" dirty="0" smtClean="0"/>
              <a:t> = 0.02 ms</a:t>
            </a:r>
          </a:p>
          <a:p>
            <a:pPr lvl="1" algn="just">
              <a:lnSpc>
                <a:spcPct val="150000"/>
              </a:lnSpc>
            </a:pPr>
            <a:r>
              <a:rPr lang="en-IN" i="0" dirty="0" smtClean="0"/>
              <a:t>What are the propagation time and the transmission time for a 5-MB (megabyte) message (an image) if the bandwidth of the network is 1 Mbps? Assume that the distance between the sender and the receiver is 12,000 km and that light travels at 2.4 </a:t>
            </a:r>
            <a:r>
              <a:rPr lang="en-IN" sz="2800" i="0" dirty="0" smtClean="0"/>
              <a:t>× </a:t>
            </a:r>
            <a:r>
              <a:rPr lang="en-IN" i="0" dirty="0" smtClean="0"/>
              <a:t>10</a:t>
            </a:r>
            <a:r>
              <a:rPr lang="en-IN" i="0" baseline="30000" dirty="0" smtClean="0"/>
              <a:t>8</a:t>
            </a:r>
            <a:r>
              <a:rPr lang="en-IN" sz="800" i="0" baseline="30000" dirty="0" smtClean="0"/>
              <a:t> </a:t>
            </a:r>
            <a:r>
              <a:rPr lang="en-IN" sz="800" i="0" dirty="0" smtClean="0"/>
              <a:t>   </a:t>
            </a:r>
            <a:r>
              <a:rPr lang="en-IN" i="0" dirty="0" smtClean="0"/>
              <a:t>m/s.</a:t>
            </a:r>
            <a:endParaRPr lang="en-IN" i="0" dirty="0"/>
          </a:p>
        </p:txBody>
      </p:sp>
      <p:sp>
        <p:nvSpPr>
          <p:cNvPr id="10" name="Text Placeholder 9"/>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1036" y="0"/>
            <a:ext cx="8458200" cy="678611"/>
          </a:xfrm>
        </p:spPr>
        <p:txBody>
          <a:bodyPr/>
          <a:lstStyle/>
          <a:p>
            <a:r>
              <a:rPr lang="en-IN" dirty="0" smtClean="0"/>
              <a:t>Queuing Time</a:t>
            </a:r>
            <a:endParaRPr lang="en-IN" dirty="0"/>
          </a:p>
        </p:txBody>
      </p:sp>
      <p:sp>
        <p:nvSpPr>
          <p:cNvPr id="3" name="Content Placeholder 2"/>
          <p:cNvSpPr>
            <a:spLocks noGrp="1"/>
          </p:cNvSpPr>
          <p:nvPr>
            <p:ph sz="quarter" idx="11"/>
          </p:nvPr>
        </p:nvSpPr>
        <p:spPr>
          <a:xfrm>
            <a:off x="342900" y="745588"/>
            <a:ext cx="8458200" cy="5739618"/>
          </a:xfrm>
        </p:spPr>
        <p:txBody>
          <a:bodyPr/>
          <a:lstStyle/>
          <a:p>
            <a:pPr lvl="1">
              <a:lnSpc>
                <a:spcPct val="150000"/>
              </a:lnSpc>
            </a:pPr>
            <a:r>
              <a:rPr lang="en-IN" i="0" dirty="0" smtClean="0"/>
              <a:t>It is the time needed for each intermediate or end device to hold the message before it can be processed.</a:t>
            </a:r>
          </a:p>
          <a:p>
            <a:pPr lvl="1" algn="just">
              <a:lnSpc>
                <a:spcPct val="150000"/>
              </a:lnSpc>
            </a:pPr>
            <a:r>
              <a:rPr lang="en-IN" i="0" dirty="0" smtClean="0"/>
              <a:t>The queuing time is not a fixed factor; it changes with the load imposed on the network.</a:t>
            </a:r>
          </a:p>
          <a:p>
            <a:pPr lvl="1" algn="just">
              <a:lnSpc>
                <a:spcPct val="150000"/>
              </a:lnSpc>
            </a:pPr>
            <a:r>
              <a:rPr lang="en-IN" i="0" dirty="0" smtClean="0"/>
              <a:t>When there is heavy traffic on the network, the queuing time increases.</a:t>
            </a:r>
          </a:p>
          <a:p>
            <a:pPr lvl="1" algn="just">
              <a:lnSpc>
                <a:spcPct val="150000"/>
              </a:lnSpc>
            </a:pPr>
            <a:r>
              <a:rPr lang="en-IN" i="0" dirty="0" smtClean="0"/>
              <a:t>An intermediate device, such as a router, queues the arrived messages and processes them one by one.</a:t>
            </a:r>
          </a:p>
          <a:p>
            <a:pPr lvl="1" algn="just">
              <a:lnSpc>
                <a:spcPct val="150000"/>
              </a:lnSpc>
            </a:pPr>
            <a:r>
              <a:rPr lang="en-IN" dirty="0" smtClean="0"/>
              <a:t> </a:t>
            </a:r>
            <a:r>
              <a:rPr lang="en-IN" i="0" dirty="0" smtClean="0"/>
              <a:t>If there are many messages, each message will have to wait.</a:t>
            </a:r>
            <a:endParaRPr lang="en-IN" i="0" dirty="0"/>
          </a:p>
        </p:txBody>
      </p:sp>
      <p:sp>
        <p:nvSpPr>
          <p:cNvPr id="8" name="Text Placeholder 7"/>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1"/>
          </p:nvPr>
        </p:nvSpPr>
        <p:spPr>
          <a:xfrm>
            <a:off x="385103" y="910951"/>
            <a:ext cx="8458200" cy="2377440"/>
          </a:xfrm>
        </p:spPr>
        <p:txBody>
          <a:bodyPr/>
          <a:lstStyle/>
          <a:p>
            <a:pPr lvl="1"/>
            <a:r>
              <a:rPr lang="en-US" b="1" dirty="0"/>
              <a:t>Bandwidth-Delay Product </a:t>
            </a:r>
            <a:endParaRPr lang="en-US" b="1" dirty="0" smtClean="0"/>
          </a:p>
          <a:p>
            <a:pPr lvl="1" algn="just">
              <a:lnSpc>
                <a:spcPct val="150000"/>
              </a:lnSpc>
            </a:pPr>
            <a:r>
              <a:rPr lang="en-US" b="1" dirty="0" smtClean="0"/>
              <a:t> </a:t>
            </a:r>
            <a:r>
              <a:rPr lang="en-US" i="0" dirty="0"/>
              <a:t>Bandwidth and delay are two performance metric of a </a:t>
            </a:r>
            <a:r>
              <a:rPr lang="en-US" i="0" dirty="0" smtClean="0"/>
              <a:t>link.</a:t>
            </a:r>
          </a:p>
          <a:p>
            <a:pPr lvl="1" algn="just">
              <a:lnSpc>
                <a:spcPct val="150000"/>
              </a:lnSpc>
            </a:pPr>
            <a:r>
              <a:rPr lang="en-US" i="0" dirty="0" smtClean="0"/>
              <a:t>However</a:t>
            </a:r>
            <a:r>
              <a:rPr lang="en-US" i="0" dirty="0"/>
              <a:t>, what is very important in data communications is the product of the two, the bandwidth-delay product.</a:t>
            </a:r>
          </a:p>
          <a:p>
            <a:endParaRPr lang="en-IN" dirty="0"/>
          </a:p>
        </p:txBody>
      </p:sp>
      <p:sp>
        <p:nvSpPr>
          <p:cNvPr id="13" name="Text Placeholder 12"/>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70</a:t>
            </a:fld>
            <a:endParaRPr lang="en-US"/>
          </a:p>
        </p:txBody>
      </p:sp>
      <p:sp>
        <p:nvSpPr>
          <p:cNvPr id="2" name="Title 1">
            <a:extLst>
              <a:ext uri="{FF2B5EF4-FFF2-40B4-BE49-F238E27FC236}">
                <a16:creationId xmlns:a16="http://schemas.microsoft.com/office/drawing/2014/main" xmlns="" id="{1E5F3A4E-0083-7130-0313-0FB54DBFE85C}"/>
              </a:ext>
            </a:extLst>
          </p:cNvPr>
          <p:cNvSpPr txBox="1">
            <a:spLocks/>
          </p:cNvSpPr>
          <p:nvPr/>
        </p:nvSpPr>
        <p:spPr>
          <a:xfrm>
            <a:off x="418514" y="266508"/>
            <a:ext cx="8458200" cy="67861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i="1" kern="1200">
                <a:solidFill>
                  <a:schemeClr val="tx2"/>
                </a:solidFill>
                <a:latin typeface="Times New Roman" panose="02020603050405020304" pitchFamily="18" charset="0"/>
                <a:ea typeface="+mj-ea"/>
                <a:cs typeface="Times New Roman" panose="02020603050405020304" pitchFamily="18" charset="0"/>
              </a:defRPr>
            </a:lvl1pPr>
          </a:lstStyle>
          <a:p>
            <a:r>
              <a:rPr lang="en-US" dirty="0">
                <a:latin typeface="+mj-lt"/>
              </a:rPr>
              <a:t>Performance</a:t>
            </a:r>
          </a:p>
        </p:txBody>
      </p:sp>
      <p:sp>
        <p:nvSpPr>
          <p:cNvPr id="15" name="Content Placeholder 2">
            <a:extLst>
              <a:ext uri="{FF2B5EF4-FFF2-40B4-BE49-F238E27FC236}">
                <a16:creationId xmlns:a16="http://schemas.microsoft.com/office/drawing/2014/main" xmlns="" id="{C572B366-93CA-05A0-3CBB-A29E18E3E407}"/>
              </a:ext>
            </a:extLst>
          </p:cNvPr>
          <p:cNvSpPr>
            <a:spLocks noGrp="1"/>
          </p:cNvSpPr>
          <p:nvPr>
            <p:ph sz="quarter" idx="15"/>
          </p:nvPr>
        </p:nvSpPr>
        <p:spPr>
          <a:xfrm>
            <a:off x="342900" y="3602038"/>
            <a:ext cx="8458200" cy="2649537"/>
          </a:xfrm>
        </p:spPr>
        <p:txBody>
          <a:bodyPr/>
          <a:lstStyle/>
          <a:p>
            <a:r>
              <a:rPr lang="en-US" dirty="0" smtClean="0"/>
              <a:t>     </a:t>
            </a:r>
          </a:p>
          <a:p>
            <a:endParaRPr lang="en-US" dirty="0" smtClean="0"/>
          </a:p>
          <a:p>
            <a:r>
              <a:rPr lang="en-US" dirty="0" smtClean="0"/>
              <a:t>   Case 1</a:t>
            </a:r>
          </a:p>
          <a:p>
            <a:endParaRPr lang="en-IN" dirty="0"/>
          </a:p>
        </p:txBody>
      </p:sp>
      <p:pic>
        <p:nvPicPr>
          <p:cNvPr id="1026" name="Picture 2"/>
          <p:cNvPicPr>
            <a:picLocks noChangeAspect="1" noChangeArrowheads="1"/>
          </p:cNvPicPr>
          <p:nvPr/>
        </p:nvPicPr>
        <p:blipFill>
          <a:blip r:embed="rId2"/>
          <a:srcRect/>
          <a:stretch>
            <a:fillRect/>
          </a:stretch>
        </p:blipFill>
        <p:spPr bwMode="auto">
          <a:xfrm>
            <a:off x="1547446" y="3474720"/>
            <a:ext cx="6879101" cy="2928718"/>
          </a:xfrm>
          <a:prstGeom prst="rect">
            <a:avLst/>
          </a:prstGeom>
          <a:noFill/>
          <a:ln w="9525">
            <a:noFill/>
            <a:miter lim="800000"/>
            <a:headEnd/>
            <a:tailEnd/>
          </a:ln>
          <a:effectLst/>
        </p:spPr>
      </p:pic>
    </p:spTree>
    <p:extLst>
      <p:ext uri="{BB962C8B-B14F-4D97-AF65-F5344CB8AC3E}">
        <p14:creationId xmlns:p14="http://schemas.microsoft.com/office/powerpoint/2010/main" xmlns="" val="171419663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00FDC46-FCEE-419C-66B8-01020EFB8352}"/>
              </a:ext>
            </a:extLst>
          </p:cNvPr>
          <p:cNvSpPr>
            <a:spLocks noGrp="1"/>
          </p:cNvSpPr>
          <p:nvPr>
            <p:ph type="title"/>
          </p:nvPr>
        </p:nvSpPr>
        <p:spPr/>
        <p:txBody>
          <a:bodyPr/>
          <a:lstStyle/>
          <a:p>
            <a:r>
              <a:rPr lang="en-US" b="1" dirty="0"/>
              <a:t>Bandwidth-Delay Product</a:t>
            </a:r>
            <a:endParaRPr lang="en-IN" dirty="0"/>
          </a:p>
        </p:txBody>
      </p:sp>
      <p:sp>
        <p:nvSpPr>
          <p:cNvPr id="3" name="Content Placeholder 2">
            <a:extLst>
              <a:ext uri="{FF2B5EF4-FFF2-40B4-BE49-F238E27FC236}">
                <a16:creationId xmlns:a16="http://schemas.microsoft.com/office/drawing/2014/main" xmlns="" id="{C572B366-93CA-05A0-3CBB-A29E18E3E407}"/>
              </a:ext>
            </a:extLst>
          </p:cNvPr>
          <p:cNvSpPr>
            <a:spLocks noGrp="1"/>
          </p:cNvSpPr>
          <p:nvPr>
            <p:ph sz="quarter" idx="11"/>
          </p:nvPr>
        </p:nvSpPr>
        <p:spPr/>
        <p:txBody>
          <a:bodyPr/>
          <a:lstStyle/>
          <a:p>
            <a:r>
              <a:rPr lang="en-US" dirty="0" smtClean="0"/>
              <a:t>Case 2</a:t>
            </a:r>
            <a:endParaRPr lang="en-IN" dirty="0" smtClean="0"/>
          </a:p>
          <a:p>
            <a:endParaRPr lang="en-IN" dirty="0"/>
          </a:p>
        </p:txBody>
      </p:sp>
      <p:sp>
        <p:nvSpPr>
          <p:cNvPr id="4" name="Content Placeholder 3">
            <a:extLst>
              <a:ext uri="{FF2B5EF4-FFF2-40B4-BE49-F238E27FC236}">
                <a16:creationId xmlns:a16="http://schemas.microsoft.com/office/drawing/2014/main" xmlns="" id="{516EAB80-D4D9-256E-49DB-ED07DC90B541}"/>
              </a:ext>
            </a:extLst>
          </p:cNvPr>
          <p:cNvSpPr>
            <a:spLocks noGrp="1"/>
          </p:cNvSpPr>
          <p:nvPr>
            <p:ph sz="quarter" idx="15"/>
          </p:nvPr>
        </p:nvSpPr>
        <p:spPr>
          <a:xfrm>
            <a:off x="342900" y="3859488"/>
            <a:ext cx="8458200" cy="2377440"/>
          </a:xfrm>
        </p:spPr>
        <p:txBody>
          <a:bodyPr/>
          <a:lstStyle/>
          <a:p>
            <a:endParaRPr lang="en-IN" dirty="0" smtClean="0"/>
          </a:p>
          <a:p>
            <a:endParaRPr lang="en-IN" dirty="0" smtClean="0"/>
          </a:p>
          <a:p>
            <a:endParaRPr lang="en-IN" dirty="0" smtClean="0"/>
          </a:p>
          <a:p>
            <a:pPr algn="just">
              <a:lnSpc>
                <a:spcPct val="150000"/>
              </a:lnSpc>
              <a:buFont typeface="Arial" pitchFamily="34" charset="0"/>
              <a:buChar char="•"/>
            </a:pPr>
            <a:r>
              <a:rPr lang="en-IN" b="1" i="0" dirty="0" smtClean="0"/>
              <a:t>The bandwidth-delay product defines the number of bits that can fill the link.</a:t>
            </a:r>
            <a:endParaRPr lang="en-IN" b="1" i="0" dirty="0"/>
          </a:p>
        </p:txBody>
      </p:sp>
      <p:sp>
        <p:nvSpPr>
          <p:cNvPr id="5" name="Text Placeholder 4">
            <a:extLst>
              <a:ext uri="{FF2B5EF4-FFF2-40B4-BE49-F238E27FC236}">
                <a16:creationId xmlns:a16="http://schemas.microsoft.com/office/drawing/2014/main" xmlns="" id="{DD5A834C-F38E-B878-7CFE-9D7415906950}"/>
              </a:ext>
            </a:extLst>
          </p:cNvPr>
          <p:cNvSpPr>
            <a:spLocks noGrp="1"/>
          </p:cNvSpPr>
          <p:nvPr>
            <p:ph type="body" sz="quarter" idx="39"/>
          </p:nvPr>
        </p:nvSpPr>
        <p:spPr/>
        <p:txBody>
          <a:bodyPr/>
          <a:lstStyle/>
          <a:p>
            <a:endParaRPr lang="en-IN"/>
          </a:p>
        </p:txBody>
      </p:sp>
      <p:sp>
        <p:nvSpPr>
          <p:cNvPr id="7" name="Slide Number Placeholder 6">
            <a:extLst>
              <a:ext uri="{FF2B5EF4-FFF2-40B4-BE49-F238E27FC236}">
                <a16:creationId xmlns:a16="http://schemas.microsoft.com/office/drawing/2014/main" xmlns="" id="{31D9C9D9-91D0-7EE5-63BA-012FAAB5E32B}"/>
              </a:ext>
            </a:extLst>
          </p:cNvPr>
          <p:cNvSpPr>
            <a:spLocks noGrp="1"/>
          </p:cNvSpPr>
          <p:nvPr>
            <p:ph type="sldNum" sz="quarter" idx="10"/>
          </p:nvPr>
        </p:nvSpPr>
        <p:spPr/>
        <p:txBody>
          <a:bodyPr/>
          <a:lstStyle/>
          <a:p>
            <a:fld id="{68151E55-6873-49E2-B8D5-2F265E6F1973}" type="slidenum">
              <a:rPr lang="en-US" smtClean="0"/>
              <a:pPr/>
              <a:t>71</a:t>
            </a:fld>
            <a:endParaRPr lang="en-US"/>
          </a:p>
        </p:txBody>
      </p:sp>
      <p:pic>
        <p:nvPicPr>
          <p:cNvPr id="2050" name="Picture 2"/>
          <p:cNvPicPr>
            <a:picLocks noChangeAspect="1" noChangeArrowheads="1"/>
          </p:cNvPicPr>
          <p:nvPr/>
        </p:nvPicPr>
        <p:blipFill>
          <a:blip r:embed="rId2"/>
          <a:srcRect/>
          <a:stretch>
            <a:fillRect/>
          </a:stretch>
        </p:blipFill>
        <p:spPr bwMode="auto">
          <a:xfrm>
            <a:off x="1378634" y="1155676"/>
            <a:ext cx="6865034" cy="3852422"/>
          </a:xfrm>
          <a:prstGeom prst="rect">
            <a:avLst/>
          </a:prstGeom>
          <a:noFill/>
          <a:ln w="9525">
            <a:noFill/>
            <a:miter lim="800000"/>
            <a:headEnd/>
            <a:tailEnd/>
          </a:ln>
          <a:effectLst/>
        </p:spPr>
      </p:pic>
    </p:spTree>
    <p:extLst>
      <p:ext uri="{BB962C8B-B14F-4D97-AF65-F5344CB8AC3E}">
        <p14:creationId xmlns:p14="http://schemas.microsoft.com/office/powerpoint/2010/main" xmlns="" val="249969629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xmlns="" id="{7FAEA6A5-BBAD-4D40-8C38-B02CFBC8F971}"/>
              </a:ext>
            </a:extLst>
          </p:cNvPr>
          <p:cNvSpPr>
            <a:spLocks noGrp="1"/>
          </p:cNvSpPr>
          <p:nvPr>
            <p:ph sz="quarter" idx="11"/>
          </p:nvPr>
        </p:nvSpPr>
        <p:spPr>
          <a:xfrm>
            <a:off x="367152" y="861073"/>
            <a:ext cx="8458200" cy="5497523"/>
          </a:xfrm>
        </p:spPr>
        <p:txBody>
          <a:bodyPr/>
          <a:lstStyle/>
          <a:p>
            <a:pPr algn="just">
              <a:defRPr/>
            </a:pPr>
            <a:r>
              <a:rPr lang="en-US" b="1" dirty="0"/>
              <a:t>Jitter </a:t>
            </a:r>
            <a:endParaRPr lang="en-US" b="1" dirty="0" smtClean="0"/>
          </a:p>
          <a:p>
            <a:pPr lvl="1" algn="just">
              <a:lnSpc>
                <a:spcPct val="150000"/>
              </a:lnSpc>
              <a:defRPr/>
            </a:pPr>
            <a:r>
              <a:rPr lang="en-US" i="0" dirty="0" smtClean="0"/>
              <a:t>Another </a:t>
            </a:r>
            <a:r>
              <a:rPr lang="en-US" i="0" dirty="0"/>
              <a:t>performance issue that is related to delay is jitter. </a:t>
            </a:r>
            <a:endParaRPr lang="en-US" i="0" dirty="0" smtClean="0"/>
          </a:p>
          <a:p>
            <a:pPr lvl="1" algn="just">
              <a:lnSpc>
                <a:spcPct val="150000"/>
              </a:lnSpc>
              <a:defRPr/>
            </a:pPr>
            <a:r>
              <a:rPr lang="en-US" i="0" dirty="0" smtClean="0"/>
              <a:t>We </a:t>
            </a:r>
            <a:r>
              <a:rPr lang="en-US" i="0" dirty="0"/>
              <a:t>can roughly say that jitter is a </a:t>
            </a:r>
            <a:r>
              <a:rPr lang="en-US" b="1" i="0" dirty="0"/>
              <a:t>problem </a:t>
            </a:r>
            <a:r>
              <a:rPr lang="en-US" i="0" dirty="0"/>
              <a:t>if different packets of data encounter different delays and the application using the data at the receiver site is time-sensitive (audio and video data, for example). </a:t>
            </a:r>
            <a:endParaRPr lang="en-US" i="0" dirty="0" smtClean="0"/>
          </a:p>
          <a:p>
            <a:pPr lvl="1" algn="just">
              <a:lnSpc>
                <a:spcPct val="150000"/>
              </a:lnSpc>
              <a:defRPr/>
            </a:pPr>
            <a:r>
              <a:rPr lang="en-US" i="0" dirty="0" smtClean="0"/>
              <a:t>If </a:t>
            </a:r>
            <a:r>
              <a:rPr lang="en-US" i="0" dirty="0"/>
              <a:t>the delay for the first packet is 20ms, for the second is 45ms, and for the third is 40ms, then the real-time application that uses the packets endures jitter.</a:t>
            </a:r>
          </a:p>
        </p:txBody>
      </p:sp>
      <p:sp>
        <p:nvSpPr>
          <p:cNvPr id="2" name="Slide Number Placeholder 3">
            <a:extLst>
              <a:ext uri="{FF2B5EF4-FFF2-40B4-BE49-F238E27FC236}">
                <a16:creationId xmlns:a16="http://schemas.microsoft.com/office/drawing/2014/main" xmlns="" id="{DD920552-103F-4AB5-B4D0-E94DBA7BF4BC}"/>
              </a:ext>
            </a:extLst>
          </p:cNvPr>
          <p:cNvSpPr>
            <a:spLocks noGrp="1"/>
          </p:cNvSpPr>
          <p:nvPr>
            <p:ph type="sldNum" sz="quarter" idx="10"/>
          </p:nvPr>
        </p:nvSpPr>
        <p:spPr/>
        <p:txBody>
          <a:bodyPr/>
          <a:lstStyle/>
          <a:p>
            <a:fld id="{68151E55-6873-49E2-B8D5-2F265E6F1973}" type="slidenum">
              <a:rPr lang="en-US" smtClean="0">
                <a:latin typeface="+mj-lt"/>
              </a:rPr>
              <a:pPr/>
              <a:t>72</a:t>
            </a:fld>
            <a:endParaRPr lang="en-US">
              <a:latin typeface="+mj-lt"/>
            </a:endParaRPr>
          </a:p>
        </p:txBody>
      </p:sp>
      <p:sp>
        <p:nvSpPr>
          <p:cNvPr id="5" name="Title 1">
            <a:extLst>
              <a:ext uri="{FF2B5EF4-FFF2-40B4-BE49-F238E27FC236}">
                <a16:creationId xmlns:a16="http://schemas.microsoft.com/office/drawing/2014/main" xmlns="" id="{9EADB8BE-C7B3-45FE-A0E7-4820C0ED3499}"/>
              </a:ext>
            </a:extLst>
          </p:cNvPr>
          <p:cNvSpPr txBox="1">
            <a:spLocks/>
          </p:cNvSpPr>
          <p:nvPr/>
        </p:nvSpPr>
        <p:spPr>
          <a:xfrm>
            <a:off x="367152" y="27358"/>
            <a:ext cx="8458200" cy="67861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i="1" kern="1200">
                <a:solidFill>
                  <a:schemeClr val="tx2"/>
                </a:solidFill>
                <a:latin typeface="Times New Roman" panose="02020603050405020304" pitchFamily="18" charset="0"/>
                <a:ea typeface="+mj-ea"/>
                <a:cs typeface="Times New Roman" panose="02020603050405020304" pitchFamily="18" charset="0"/>
              </a:defRPr>
            </a:lvl1pPr>
          </a:lstStyle>
          <a:p>
            <a:r>
              <a:rPr lang="en-US" sz="3200" dirty="0">
                <a:latin typeface="+mj-lt"/>
              </a:rPr>
              <a:t>Performance</a:t>
            </a:r>
          </a:p>
        </p:txBody>
      </p:sp>
    </p:spTree>
    <p:extLst>
      <p:ext uri="{BB962C8B-B14F-4D97-AF65-F5344CB8AC3E}">
        <p14:creationId xmlns:p14="http://schemas.microsoft.com/office/powerpoint/2010/main" xmlns="" val="18074716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xmlns="" id="{9EADB8BE-C7B3-45FE-A0E7-4820C0ED3499}"/>
              </a:ext>
            </a:extLst>
          </p:cNvPr>
          <p:cNvSpPr>
            <a:spLocks noGrp="1"/>
          </p:cNvSpPr>
          <p:nvPr>
            <p:ph type="title"/>
          </p:nvPr>
        </p:nvSpPr>
        <p:spPr/>
        <p:txBody>
          <a:bodyPr/>
          <a:lstStyle/>
          <a:p>
            <a:r>
              <a:rPr lang="en-US" sz="3200" i="0" dirty="0">
                <a:latin typeface="+mj-lt"/>
              </a:rPr>
              <a:t>DIGITAL  TRANSMISSION</a:t>
            </a:r>
          </a:p>
        </p:txBody>
      </p:sp>
      <p:sp>
        <p:nvSpPr>
          <p:cNvPr id="8" name="Content Placeholder 2">
            <a:extLst>
              <a:ext uri="{FF2B5EF4-FFF2-40B4-BE49-F238E27FC236}">
                <a16:creationId xmlns:a16="http://schemas.microsoft.com/office/drawing/2014/main" xmlns="" id="{7FAEA6A5-BBAD-4D40-8C38-B02CFBC8F971}"/>
              </a:ext>
            </a:extLst>
          </p:cNvPr>
          <p:cNvSpPr>
            <a:spLocks noGrp="1"/>
          </p:cNvSpPr>
          <p:nvPr>
            <p:ph sz="quarter" idx="11"/>
          </p:nvPr>
        </p:nvSpPr>
        <p:spPr/>
        <p:txBody>
          <a:bodyPr/>
          <a:lstStyle/>
          <a:p>
            <a:pPr lvl="1" algn="just">
              <a:lnSpc>
                <a:spcPct val="150000"/>
              </a:lnSpc>
            </a:pPr>
            <a:r>
              <a:rPr lang="en-US" i="0" dirty="0">
                <a:solidFill>
                  <a:srgbClr val="000000"/>
                </a:solidFill>
                <a:latin typeface="Times-Roman"/>
              </a:rPr>
              <a:t>A computer network is designed to send information from one point to another. </a:t>
            </a:r>
            <a:endParaRPr lang="en-US" i="0" dirty="0" smtClean="0">
              <a:solidFill>
                <a:srgbClr val="000000"/>
              </a:solidFill>
              <a:latin typeface="Times-Roman"/>
            </a:endParaRPr>
          </a:p>
          <a:p>
            <a:pPr lvl="1" algn="just">
              <a:lnSpc>
                <a:spcPct val="150000"/>
              </a:lnSpc>
            </a:pPr>
            <a:r>
              <a:rPr lang="en-US" i="0" dirty="0" smtClean="0">
                <a:solidFill>
                  <a:srgbClr val="000000"/>
                </a:solidFill>
                <a:latin typeface="Times-Roman"/>
              </a:rPr>
              <a:t>This </a:t>
            </a:r>
            <a:r>
              <a:rPr lang="en-US" i="0" dirty="0">
                <a:solidFill>
                  <a:srgbClr val="000000"/>
                </a:solidFill>
                <a:latin typeface="Times-Roman"/>
              </a:rPr>
              <a:t>information needs to be converted to either a digital signal or an analog signal for transmission. </a:t>
            </a:r>
            <a:endParaRPr lang="en-US" dirty="0">
              <a:solidFill>
                <a:srgbClr val="000000"/>
              </a:solidFill>
              <a:latin typeface="Times-Roman"/>
            </a:endParaRPr>
          </a:p>
        </p:txBody>
      </p:sp>
      <p:sp>
        <p:nvSpPr>
          <p:cNvPr id="2" name="Slide Number Placeholder 3">
            <a:extLst>
              <a:ext uri="{FF2B5EF4-FFF2-40B4-BE49-F238E27FC236}">
                <a16:creationId xmlns:a16="http://schemas.microsoft.com/office/drawing/2014/main" xmlns="" id="{DD920552-103F-4AB5-B4D0-E94DBA7BF4BC}"/>
              </a:ext>
            </a:extLst>
          </p:cNvPr>
          <p:cNvSpPr>
            <a:spLocks noGrp="1"/>
          </p:cNvSpPr>
          <p:nvPr>
            <p:ph type="sldNum" sz="quarter" idx="10"/>
          </p:nvPr>
        </p:nvSpPr>
        <p:spPr/>
        <p:txBody>
          <a:bodyPr/>
          <a:lstStyle/>
          <a:p>
            <a:fld id="{68151E55-6873-49E2-B8D5-2F265E6F1973}" type="slidenum">
              <a:rPr lang="en-US" smtClean="0">
                <a:latin typeface="+mj-lt"/>
              </a:rPr>
              <a:pPr/>
              <a:t>73</a:t>
            </a:fld>
            <a:endParaRPr lang="en-US">
              <a:latin typeface="+mj-lt"/>
            </a:endParaRPr>
          </a:p>
        </p:txBody>
      </p:sp>
    </p:spTree>
    <p:extLst>
      <p:ext uri="{BB962C8B-B14F-4D97-AF65-F5344CB8AC3E}">
        <p14:creationId xmlns:p14="http://schemas.microsoft.com/office/powerpoint/2010/main" xmlns="" val="99835916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xmlns="" id="{9EADB8BE-C7B3-45FE-A0E7-4820C0ED3499}"/>
              </a:ext>
            </a:extLst>
          </p:cNvPr>
          <p:cNvSpPr>
            <a:spLocks noGrp="1"/>
          </p:cNvSpPr>
          <p:nvPr>
            <p:ph type="title"/>
          </p:nvPr>
        </p:nvSpPr>
        <p:spPr/>
        <p:txBody>
          <a:bodyPr/>
          <a:lstStyle/>
          <a:p>
            <a:r>
              <a:rPr lang="en-US" sz="2800" dirty="0">
                <a:latin typeface="+mj-lt"/>
              </a:rPr>
              <a:t>Digital-to-Digital Conversion</a:t>
            </a:r>
          </a:p>
        </p:txBody>
      </p:sp>
      <p:sp>
        <p:nvSpPr>
          <p:cNvPr id="8" name="Content Placeholder 2">
            <a:extLst>
              <a:ext uri="{FF2B5EF4-FFF2-40B4-BE49-F238E27FC236}">
                <a16:creationId xmlns:a16="http://schemas.microsoft.com/office/drawing/2014/main" xmlns="" id="{7FAEA6A5-BBAD-4D40-8C38-B02CFBC8F971}"/>
              </a:ext>
            </a:extLst>
          </p:cNvPr>
          <p:cNvSpPr>
            <a:spLocks noGrp="1"/>
          </p:cNvSpPr>
          <p:nvPr>
            <p:ph sz="quarter" idx="11"/>
          </p:nvPr>
        </p:nvSpPr>
        <p:spPr/>
        <p:txBody>
          <a:bodyPr/>
          <a:lstStyle/>
          <a:p>
            <a:pPr lvl="1" algn="just">
              <a:lnSpc>
                <a:spcPct val="150000"/>
              </a:lnSpc>
              <a:defRPr/>
            </a:pPr>
            <a:r>
              <a:rPr lang="en-US" i="0" dirty="0"/>
              <a:t>In this section, we see how we can represent digital data by using digital signals. </a:t>
            </a:r>
          </a:p>
          <a:p>
            <a:pPr lvl="1" algn="just">
              <a:lnSpc>
                <a:spcPct val="150000"/>
              </a:lnSpc>
              <a:defRPr/>
            </a:pPr>
            <a:r>
              <a:rPr lang="en-US" i="0" dirty="0"/>
              <a:t>The conversion involves three techniques: </a:t>
            </a:r>
            <a:r>
              <a:rPr lang="en-US" b="1" i="0" dirty="0"/>
              <a:t>line coding, block coding, and scrambling. </a:t>
            </a:r>
          </a:p>
          <a:p>
            <a:pPr lvl="1" algn="just">
              <a:lnSpc>
                <a:spcPct val="150000"/>
              </a:lnSpc>
              <a:defRPr/>
            </a:pPr>
            <a:r>
              <a:rPr lang="en-US" i="0" dirty="0"/>
              <a:t>Line coding is always needed; block coding and scrambling may or may not be needed.</a:t>
            </a:r>
          </a:p>
        </p:txBody>
      </p:sp>
      <p:sp>
        <p:nvSpPr>
          <p:cNvPr id="2" name="Slide Number Placeholder 3">
            <a:extLst>
              <a:ext uri="{FF2B5EF4-FFF2-40B4-BE49-F238E27FC236}">
                <a16:creationId xmlns:a16="http://schemas.microsoft.com/office/drawing/2014/main" xmlns="" id="{DD920552-103F-4AB5-B4D0-E94DBA7BF4BC}"/>
              </a:ext>
            </a:extLst>
          </p:cNvPr>
          <p:cNvSpPr>
            <a:spLocks noGrp="1"/>
          </p:cNvSpPr>
          <p:nvPr>
            <p:ph type="sldNum" sz="quarter" idx="10"/>
          </p:nvPr>
        </p:nvSpPr>
        <p:spPr/>
        <p:txBody>
          <a:bodyPr/>
          <a:lstStyle/>
          <a:p>
            <a:fld id="{68151E55-6873-49E2-B8D5-2F265E6F1973}" type="slidenum">
              <a:rPr lang="en-US" smtClean="0">
                <a:latin typeface="+mj-lt"/>
              </a:rPr>
              <a:pPr/>
              <a:t>74</a:t>
            </a:fld>
            <a:endParaRPr lang="en-US">
              <a:latin typeface="+mj-lt"/>
            </a:endParaRPr>
          </a:p>
        </p:txBody>
      </p:sp>
    </p:spTree>
    <p:extLst>
      <p:ext uri="{BB962C8B-B14F-4D97-AF65-F5344CB8AC3E}">
        <p14:creationId xmlns:p14="http://schemas.microsoft.com/office/powerpoint/2010/main" xmlns="" val="190787319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xmlns="" id="{9EADB8BE-C7B3-45FE-A0E7-4820C0ED3499}"/>
              </a:ext>
            </a:extLst>
          </p:cNvPr>
          <p:cNvSpPr>
            <a:spLocks noGrp="1"/>
          </p:cNvSpPr>
          <p:nvPr>
            <p:ph type="title"/>
          </p:nvPr>
        </p:nvSpPr>
        <p:spPr>
          <a:xfrm>
            <a:off x="342900" y="165104"/>
            <a:ext cx="8458200" cy="678611"/>
          </a:xfrm>
        </p:spPr>
        <p:txBody>
          <a:bodyPr/>
          <a:lstStyle/>
          <a:p>
            <a:r>
              <a:rPr lang="en-US" sz="3200" dirty="0">
                <a:latin typeface="+mj-lt"/>
              </a:rPr>
              <a:t>Line Coding</a:t>
            </a:r>
          </a:p>
        </p:txBody>
      </p:sp>
      <p:sp>
        <p:nvSpPr>
          <p:cNvPr id="8" name="Content Placeholder 2">
            <a:extLst>
              <a:ext uri="{FF2B5EF4-FFF2-40B4-BE49-F238E27FC236}">
                <a16:creationId xmlns:a16="http://schemas.microsoft.com/office/drawing/2014/main" xmlns="" id="{7FAEA6A5-BBAD-4D40-8C38-B02CFBC8F971}"/>
              </a:ext>
            </a:extLst>
          </p:cNvPr>
          <p:cNvSpPr>
            <a:spLocks noGrp="1"/>
          </p:cNvSpPr>
          <p:nvPr>
            <p:ph sz="quarter" idx="11"/>
          </p:nvPr>
        </p:nvSpPr>
        <p:spPr>
          <a:xfrm>
            <a:off x="367152" y="944201"/>
            <a:ext cx="8458200" cy="4974336"/>
          </a:xfrm>
        </p:spPr>
        <p:txBody>
          <a:bodyPr/>
          <a:lstStyle/>
          <a:p>
            <a:pPr lvl="1" algn="just">
              <a:lnSpc>
                <a:spcPct val="150000"/>
              </a:lnSpc>
              <a:defRPr/>
            </a:pPr>
            <a:r>
              <a:rPr lang="en-US" i="0" dirty="0"/>
              <a:t>Line coding is the process of converting digital data to digital signals. </a:t>
            </a:r>
            <a:endParaRPr lang="en-US" i="0" dirty="0" smtClean="0"/>
          </a:p>
          <a:p>
            <a:pPr lvl="1" algn="just">
              <a:lnSpc>
                <a:spcPct val="150000"/>
              </a:lnSpc>
              <a:defRPr/>
            </a:pPr>
            <a:r>
              <a:rPr lang="en-US" i="0" dirty="0" smtClean="0"/>
              <a:t>We </a:t>
            </a:r>
            <a:r>
              <a:rPr lang="en-US" i="0" dirty="0"/>
              <a:t>assume that data, in the form of text, numbers, graphical images, audio, or video, are stored in computer memory as </a:t>
            </a:r>
            <a:r>
              <a:rPr lang="en-US" b="1" i="0" dirty="0"/>
              <a:t>sequences of bits.</a:t>
            </a:r>
          </a:p>
        </p:txBody>
      </p:sp>
      <p:sp>
        <p:nvSpPr>
          <p:cNvPr id="2" name="Slide Number Placeholder 3">
            <a:extLst>
              <a:ext uri="{FF2B5EF4-FFF2-40B4-BE49-F238E27FC236}">
                <a16:creationId xmlns:a16="http://schemas.microsoft.com/office/drawing/2014/main" xmlns="" id="{DD920552-103F-4AB5-B4D0-E94DBA7BF4BC}"/>
              </a:ext>
            </a:extLst>
          </p:cNvPr>
          <p:cNvSpPr>
            <a:spLocks noGrp="1"/>
          </p:cNvSpPr>
          <p:nvPr>
            <p:ph type="sldNum" sz="quarter" idx="10"/>
          </p:nvPr>
        </p:nvSpPr>
        <p:spPr/>
        <p:txBody>
          <a:bodyPr/>
          <a:lstStyle/>
          <a:p>
            <a:fld id="{68151E55-6873-49E2-B8D5-2F265E6F1973}" type="slidenum">
              <a:rPr lang="en-US" smtClean="0">
                <a:latin typeface="+mj-lt"/>
              </a:rPr>
              <a:pPr/>
              <a:t>75</a:t>
            </a:fld>
            <a:endParaRPr lang="en-US">
              <a:latin typeface="+mj-lt"/>
            </a:endParaRPr>
          </a:p>
        </p:txBody>
      </p:sp>
      <p:pic>
        <p:nvPicPr>
          <p:cNvPr id="5" name="Picture 2" descr="An illustration of encoder and decoder.">
            <a:extLst>
              <a:ext uri="{FF2B5EF4-FFF2-40B4-BE49-F238E27FC236}">
                <a16:creationId xmlns:a16="http://schemas.microsoft.com/office/drawing/2014/main" xmlns="" id="{0ED4A9C1-3A0A-4033-A3C2-56926BC42937}"/>
              </a:ext>
            </a:extLst>
          </p:cNvPr>
          <p:cNvPicPr>
            <a:picLocks noChangeAspect="1" noChangeArrowheads="1"/>
          </p:cNvPicPr>
          <p:nvPr/>
        </p:nvPicPr>
        <p:blipFill>
          <a:blip r:embed="rId3"/>
          <a:stretch>
            <a:fillRect/>
          </a:stretch>
        </p:blipFill>
        <p:spPr bwMode="auto">
          <a:xfrm>
            <a:off x="342900" y="4103669"/>
            <a:ext cx="8602414" cy="21945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05203218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25C195-B2D5-8094-70A2-E178F1E12788}"/>
              </a:ext>
            </a:extLst>
          </p:cNvPr>
          <p:cNvSpPr>
            <a:spLocks noGrp="1"/>
          </p:cNvSpPr>
          <p:nvPr>
            <p:ph type="title"/>
          </p:nvPr>
        </p:nvSpPr>
        <p:spPr/>
        <p:txBody>
          <a:bodyPr/>
          <a:lstStyle/>
          <a:p>
            <a:r>
              <a:rPr lang="en-US" sz="2800" dirty="0">
                <a:latin typeface="+mj-lt"/>
              </a:rPr>
              <a:t>Line Coding</a:t>
            </a:r>
            <a:endParaRPr lang="en-IN" sz="2800" dirty="0"/>
          </a:p>
        </p:txBody>
      </p:sp>
      <p:sp>
        <p:nvSpPr>
          <p:cNvPr id="3" name="Content Placeholder 2">
            <a:extLst>
              <a:ext uri="{FF2B5EF4-FFF2-40B4-BE49-F238E27FC236}">
                <a16:creationId xmlns:a16="http://schemas.microsoft.com/office/drawing/2014/main" xmlns="" id="{B2EB6C77-B24F-A4B7-4BFD-AF72199243C4}"/>
              </a:ext>
            </a:extLst>
          </p:cNvPr>
          <p:cNvSpPr>
            <a:spLocks noGrp="1"/>
          </p:cNvSpPr>
          <p:nvPr>
            <p:ph sz="quarter" idx="11"/>
          </p:nvPr>
        </p:nvSpPr>
        <p:spPr>
          <a:xfrm>
            <a:off x="397080" y="916846"/>
            <a:ext cx="8404019" cy="5455819"/>
          </a:xfrm>
        </p:spPr>
        <p:txBody>
          <a:bodyPr/>
          <a:lstStyle/>
          <a:p>
            <a:pPr lvl="1" algn="just">
              <a:lnSpc>
                <a:spcPct val="150000"/>
              </a:lnSpc>
            </a:pPr>
            <a:r>
              <a:rPr lang="en-US" b="1" i="0" dirty="0"/>
              <a:t>Line coding </a:t>
            </a:r>
            <a:r>
              <a:rPr lang="en-US" i="0" dirty="0"/>
              <a:t>converts a sequence of bits to a digital signal. </a:t>
            </a:r>
          </a:p>
          <a:p>
            <a:pPr lvl="1" algn="just">
              <a:lnSpc>
                <a:spcPct val="150000"/>
              </a:lnSpc>
            </a:pPr>
            <a:r>
              <a:rPr lang="en-US" i="0" dirty="0" smtClean="0"/>
              <a:t>At </a:t>
            </a:r>
            <a:r>
              <a:rPr lang="en-US" i="0" dirty="0"/>
              <a:t>the sender, digital data are encoded into a digital signal; at the receiver, the digital data are recreated by decoding the digital </a:t>
            </a:r>
            <a:r>
              <a:rPr lang="en-US" i="0" dirty="0" smtClean="0"/>
              <a:t>signal</a:t>
            </a:r>
          </a:p>
          <a:p>
            <a:pPr lvl="1" algn="just">
              <a:lnSpc>
                <a:spcPct val="150000"/>
              </a:lnSpc>
            </a:pPr>
            <a:r>
              <a:rPr lang="en-US" b="1" i="0" dirty="0" smtClean="0"/>
              <a:t>Signal Element Versus Data Element</a:t>
            </a:r>
          </a:p>
          <a:p>
            <a:pPr marL="342900" indent="-342900" algn="just">
              <a:buFont typeface="Arial" panose="020B0604020202020204" pitchFamily="34" charset="0"/>
              <a:buChar char="•"/>
            </a:pPr>
            <a:r>
              <a:rPr lang="en-US" i="0" dirty="0" smtClean="0"/>
              <a:t>Let us distinguish between a data element and a signal element. </a:t>
            </a:r>
          </a:p>
          <a:p>
            <a:pPr marL="342900" indent="-342900" algn="just">
              <a:buFont typeface="Arial" panose="020B0604020202020204" pitchFamily="34" charset="0"/>
              <a:buChar char="•"/>
            </a:pPr>
            <a:r>
              <a:rPr lang="en-US" i="0" dirty="0" smtClean="0"/>
              <a:t>In data communications, our goal is to </a:t>
            </a:r>
            <a:r>
              <a:rPr lang="en-US" b="1" i="0" dirty="0" smtClean="0"/>
              <a:t>send data elements</a:t>
            </a:r>
            <a:r>
              <a:rPr lang="en-US" i="0" dirty="0" smtClean="0"/>
              <a:t>. </a:t>
            </a:r>
          </a:p>
          <a:p>
            <a:pPr marL="342900" indent="-342900" algn="just">
              <a:lnSpc>
                <a:spcPct val="150000"/>
              </a:lnSpc>
              <a:buFont typeface="Arial" panose="020B0604020202020204" pitchFamily="34" charset="0"/>
              <a:buChar char="•"/>
            </a:pPr>
            <a:r>
              <a:rPr lang="en-US" i="0" dirty="0" smtClean="0"/>
              <a:t>A data element is the </a:t>
            </a:r>
            <a:r>
              <a:rPr lang="en-US" b="1" i="0" dirty="0" smtClean="0"/>
              <a:t>smallest entity </a:t>
            </a:r>
            <a:r>
              <a:rPr lang="en-US" i="0" dirty="0" smtClean="0"/>
              <a:t>that can represent </a:t>
            </a:r>
            <a:r>
              <a:rPr lang="en-US" b="1" i="0" dirty="0" smtClean="0"/>
              <a:t>a piece of information</a:t>
            </a:r>
            <a:r>
              <a:rPr lang="en-US" i="0" dirty="0" smtClean="0"/>
              <a:t>: this is the bit. </a:t>
            </a:r>
          </a:p>
          <a:p>
            <a:pPr marL="342900" indent="-342900" algn="just">
              <a:buFont typeface="Arial" panose="020B0604020202020204" pitchFamily="34" charset="0"/>
              <a:buChar char="•"/>
            </a:pPr>
            <a:endParaRPr lang="en-US" i="0" dirty="0" smtClean="0"/>
          </a:p>
          <a:p>
            <a:pPr lvl="1" algn="just">
              <a:lnSpc>
                <a:spcPct val="150000"/>
              </a:lnSpc>
            </a:pPr>
            <a:endParaRPr lang="en-US" b="1" i="0" dirty="0" smtClean="0"/>
          </a:p>
          <a:p>
            <a:pPr lvl="1" algn="just">
              <a:lnSpc>
                <a:spcPct val="150000"/>
              </a:lnSpc>
            </a:pPr>
            <a:endParaRPr lang="en-US" i="0" dirty="0"/>
          </a:p>
        </p:txBody>
      </p:sp>
      <p:sp>
        <p:nvSpPr>
          <p:cNvPr id="5" name="Text Placeholder 4">
            <a:extLst>
              <a:ext uri="{FF2B5EF4-FFF2-40B4-BE49-F238E27FC236}">
                <a16:creationId xmlns:a16="http://schemas.microsoft.com/office/drawing/2014/main" xmlns="" id="{1AE16880-ED6B-9549-0DE8-3828750F47EF}"/>
              </a:ext>
            </a:extLst>
          </p:cNvPr>
          <p:cNvSpPr>
            <a:spLocks noGrp="1"/>
          </p:cNvSpPr>
          <p:nvPr>
            <p:ph type="body" sz="quarter" idx="39"/>
          </p:nvPr>
        </p:nvSpPr>
        <p:spPr/>
        <p:txBody>
          <a:bodyPr/>
          <a:lstStyle/>
          <a:p>
            <a:endParaRPr lang="en-IN"/>
          </a:p>
        </p:txBody>
      </p:sp>
      <p:sp>
        <p:nvSpPr>
          <p:cNvPr id="7" name="Slide Number Placeholder 6">
            <a:extLst>
              <a:ext uri="{FF2B5EF4-FFF2-40B4-BE49-F238E27FC236}">
                <a16:creationId xmlns:a16="http://schemas.microsoft.com/office/drawing/2014/main" xmlns="" id="{3CB75355-EC8B-0CD5-B1A6-5FFDE9537D2F}"/>
              </a:ext>
            </a:extLst>
          </p:cNvPr>
          <p:cNvSpPr>
            <a:spLocks noGrp="1"/>
          </p:cNvSpPr>
          <p:nvPr>
            <p:ph type="sldNum" sz="quarter" idx="10"/>
          </p:nvPr>
        </p:nvSpPr>
        <p:spPr/>
        <p:txBody>
          <a:bodyPr/>
          <a:lstStyle/>
          <a:p>
            <a:fld id="{68151E55-6873-49E2-B8D5-2F265E6F1973}" type="slidenum">
              <a:rPr lang="en-US" smtClean="0"/>
              <a:pPr/>
              <a:t>76</a:t>
            </a:fld>
            <a:endParaRPr lang="en-US"/>
          </a:p>
        </p:txBody>
      </p:sp>
    </p:spTree>
    <p:extLst>
      <p:ext uri="{BB962C8B-B14F-4D97-AF65-F5344CB8AC3E}">
        <p14:creationId xmlns:p14="http://schemas.microsoft.com/office/powerpoint/2010/main" xmlns="" val="123132867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F8F7030-DB9C-077C-3DC4-ADF4E731874F}"/>
              </a:ext>
            </a:extLst>
          </p:cNvPr>
          <p:cNvSpPr>
            <a:spLocks noGrp="1"/>
          </p:cNvSpPr>
          <p:nvPr>
            <p:ph type="title"/>
          </p:nvPr>
        </p:nvSpPr>
        <p:spPr>
          <a:xfrm>
            <a:off x="342900" y="476655"/>
            <a:ext cx="8458200" cy="506756"/>
          </a:xfrm>
        </p:spPr>
        <p:txBody>
          <a:bodyPr/>
          <a:lstStyle/>
          <a:p>
            <a:r>
              <a:rPr lang="en-US" sz="2800" b="1" i="0" dirty="0"/>
              <a:t>Line Coding</a:t>
            </a:r>
            <a:br>
              <a:rPr lang="en-US" sz="2800" b="1" i="0" dirty="0"/>
            </a:br>
            <a:endParaRPr lang="en-IN" sz="2800" dirty="0"/>
          </a:p>
        </p:txBody>
      </p:sp>
      <p:sp>
        <p:nvSpPr>
          <p:cNvPr id="3" name="Content Placeholder 2">
            <a:extLst>
              <a:ext uri="{FF2B5EF4-FFF2-40B4-BE49-F238E27FC236}">
                <a16:creationId xmlns:a16="http://schemas.microsoft.com/office/drawing/2014/main" xmlns="" id="{FE6B5C25-743C-68CC-405A-F93EDA6908E6}"/>
              </a:ext>
            </a:extLst>
          </p:cNvPr>
          <p:cNvSpPr>
            <a:spLocks noGrp="1"/>
          </p:cNvSpPr>
          <p:nvPr>
            <p:ph sz="quarter" idx="11"/>
          </p:nvPr>
        </p:nvSpPr>
        <p:spPr>
          <a:xfrm>
            <a:off x="342900" y="1276709"/>
            <a:ext cx="8458200" cy="5250699"/>
          </a:xfrm>
        </p:spPr>
        <p:txBody>
          <a:bodyPr/>
          <a:lstStyle/>
          <a:p>
            <a:pPr marL="342900" indent="-342900" algn="just">
              <a:buFont typeface="Arial" panose="020B0604020202020204" pitchFamily="34" charset="0"/>
              <a:buChar char="•"/>
            </a:pPr>
            <a:r>
              <a:rPr lang="en-US" i="0" dirty="0" smtClean="0"/>
              <a:t>In </a:t>
            </a:r>
            <a:r>
              <a:rPr lang="en-US" i="0" dirty="0"/>
              <a:t>digital data communications, a signal element carries data elements. </a:t>
            </a:r>
          </a:p>
          <a:p>
            <a:pPr marL="342900" indent="-342900" algn="just">
              <a:buFont typeface="Arial" panose="020B0604020202020204" pitchFamily="34" charset="0"/>
              <a:buChar char="•"/>
            </a:pPr>
            <a:r>
              <a:rPr lang="en-US" i="0" dirty="0"/>
              <a:t>A signal element is the </a:t>
            </a:r>
            <a:r>
              <a:rPr lang="en-US" b="1" i="0" dirty="0"/>
              <a:t>shortest unit (timewise) of a digital signal. </a:t>
            </a:r>
          </a:p>
          <a:p>
            <a:pPr marL="342900" indent="-342900" algn="just">
              <a:buFont typeface="Arial" panose="020B0604020202020204" pitchFamily="34" charset="0"/>
              <a:buChar char="•"/>
            </a:pPr>
            <a:r>
              <a:rPr lang="en-US" i="0" dirty="0"/>
              <a:t>In other words, data elements are what we need to send; signal elements are what we can send. </a:t>
            </a:r>
          </a:p>
          <a:p>
            <a:pPr marL="342900" indent="-342900" algn="just">
              <a:buFont typeface="Arial" panose="020B0604020202020204" pitchFamily="34" charset="0"/>
              <a:buChar char="•"/>
            </a:pPr>
            <a:r>
              <a:rPr lang="en-US" i="0" dirty="0"/>
              <a:t>Data elements are being carried; signal elements are the carriers</a:t>
            </a:r>
            <a:r>
              <a:rPr lang="en-US" i="0" dirty="0" smtClean="0"/>
              <a:t>.</a:t>
            </a:r>
          </a:p>
          <a:p>
            <a:pPr marL="342900" indent="-342900" algn="just">
              <a:lnSpc>
                <a:spcPct val="150000"/>
              </a:lnSpc>
              <a:buFont typeface="Arial" panose="020B0604020202020204" pitchFamily="34" charset="0"/>
              <a:buChar char="•"/>
            </a:pPr>
            <a:r>
              <a:rPr lang="en-US" i="0" dirty="0" smtClean="0"/>
              <a:t>We define a ratio r which is the number of data elements carried by each signal element. </a:t>
            </a:r>
          </a:p>
          <a:p>
            <a:pPr marL="342900" indent="-342900" algn="just">
              <a:lnSpc>
                <a:spcPct val="150000"/>
              </a:lnSpc>
              <a:buFont typeface="Arial" panose="020B0604020202020204" pitchFamily="34" charset="0"/>
              <a:buChar char="•"/>
            </a:pPr>
            <a:r>
              <a:rPr lang="en-US" i="0" dirty="0" smtClean="0"/>
              <a:t>Figure (next slide) shows several situations with different values of r.</a:t>
            </a:r>
            <a:endParaRPr lang="en-IN" i="0" dirty="0" smtClean="0"/>
          </a:p>
          <a:p>
            <a:pPr marL="342900" indent="-342900" algn="just">
              <a:buFont typeface="Arial" panose="020B0604020202020204" pitchFamily="34" charset="0"/>
              <a:buChar char="•"/>
            </a:pPr>
            <a:endParaRPr lang="en-IN" i="0" dirty="0"/>
          </a:p>
          <a:p>
            <a:endParaRPr lang="en-IN" dirty="0"/>
          </a:p>
        </p:txBody>
      </p:sp>
      <p:sp>
        <p:nvSpPr>
          <p:cNvPr id="5" name="Text Placeholder 4">
            <a:extLst>
              <a:ext uri="{FF2B5EF4-FFF2-40B4-BE49-F238E27FC236}">
                <a16:creationId xmlns:a16="http://schemas.microsoft.com/office/drawing/2014/main" xmlns="" id="{FFFEBF10-2BD4-6B27-CEFC-931CE65CE5A6}"/>
              </a:ext>
            </a:extLst>
          </p:cNvPr>
          <p:cNvSpPr>
            <a:spLocks noGrp="1"/>
          </p:cNvSpPr>
          <p:nvPr>
            <p:ph type="body" sz="quarter" idx="39"/>
          </p:nvPr>
        </p:nvSpPr>
        <p:spPr/>
        <p:txBody>
          <a:bodyPr/>
          <a:lstStyle/>
          <a:p>
            <a:endParaRPr lang="en-IN"/>
          </a:p>
        </p:txBody>
      </p:sp>
      <p:sp>
        <p:nvSpPr>
          <p:cNvPr id="7" name="Slide Number Placeholder 6">
            <a:extLst>
              <a:ext uri="{FF2B5EF4-FFF2-40B4-BE49-F238E27FC236}">
                <a16:creationId xmlns:a16="http://schemas.microsoft.com/office/drawing/2014/main" xmlns="" id="{8C71FA90-F713-849E-810D-22D2FAA2A550}"/>
              </a:ext>
            </a:extLst>
          </p:cNvPr>
          <p:cNvSpPr>
            <a:spLocks noGrp="1"/>
          </p:cNvSpPr>
          <p:nvPr>
            <p:ph type="sldNum" sz="quarter" idx="10"/>
          </p:nvPr>
        </p:nvSpPr>
        <p:spPr/>
        <p:txBody>
          <a:bodyPr/>
          <a:lstStyle/>
          <a:p>
            <a:fld id="{68151E55-6873-49E2-B8D5-2F265E6F1973}" type="slidenum">
              <a:rPr lang="en-US" smtClean="0"/>
              <a:pPr/>
              <a:t>77</a:t>
            </a:fld>
            <a:endParaRPr lang="en-US"/>
          </a:p>
        </p:txBody>
      </p:sp>
    </p:spTree>
    <p:extLst>
      <p:ext uri="{BB962C8B-B14F-4D97-AF65-F5344CB8AC3E}">
        <p14:creationId xmlns:p14="http://schemas.microsoft.com/office/powerpoint/2010/main" xmlns="" val="348133525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90CF445-8C0F-6AE0-0B67-26D3D81FCDA1}"/>
              </a:ext>
            </a:extLst>
          </p:cNvPr>
          <p:cNvSpPr>
            <a:spLocks noGrp="1"/>
          </p:cNvSpPr>
          <p:nvPr>
            <p:ph type="title"/>
          </p:nvPr>
        </p:nvSpPr>
        <p:spPr/>
        <p:txBody>
          <a:bodyPr/>
          <a:lstStyle/>
          <a:p>
            <a:r>
              <a:rPr lang="en-US" sz="2800" dirty="0">
                <a:latin typeface="+mj-lt"/>
              </a:rPr>
              <a:t>Line Coding</a:t>
            </a:r>
            <a:endParaRPr lang="en-IN" sz="2800" dirty="0"/>
          </a:p>
        </p:txBody>
      </p:sp>
      <p:sp>
        <p:nvSpPr>
          <p:cNvPr id="7" name="Slide Number Placeholder 6">
            <a:extLst>
              <a:ext uri="{FF2B5EF4-FFF2-40B4-BE49-F238E27FC236}">
                <a16:creationId xmlns:a16="http://schemas.microsoft.com/office/drawing/2014/main" xmlns="" id="{E6024F46-28FB-41A0-113C-06842E69CAEA}"/>
              </a:ext>
            </a:extLst>
          </p:cNvPr>
          <p:cNvSpPr>
            <a:spLocks noGrp="1"/>
          </p:cNvSpPr>
          <p:nvPr>
            <p:ph type="sldNum" sz="quarter" idx="10"/>
          </p:nvPr>
        </p:nvSpPr>
        <p:spPr/>
        <p:txBody>
          <a:bodyPr/>
          <a:lstStyle/>
          <a:p>
            <a:fld id="{68151E55-6873-49E2-B8D5-2F265E6F1973}" type="slidenum">
              <a:rPr lang="en-US" smtClean="0"/>
              <a:pPr/>
              <a:t>78</a:t>
            </a:fld>
            <a:endParaRPr lang="en-US"/>
          </a:p>
        </p:txBody>
      </p:sp>
      <p:pic>
        <p:nvPicPr>
          <p:cNvPr id="1026" name="Picture 2"/>
          <p:cNvPicPr>
            <a:picLocks noGrp="1" noChangeAspect="1" noChangeArrowheads="1"/>
          </p:cNvPicPr>
          <p:nvPr>
            <p:ph sz="quarter" idx="11"/>
          </p:nvPr>
        </p:nvPicPr>
        <p:blipFill>
          <a:blip r:embed="rId2"/>
          <a:srcRect/>
          <a:stretch>
            <a:fillRect/>
          </a:stretch>
        </p:blipFill>
        <p:spPr bwMode="auto">
          <a:xfrm>
            <a:off x="365760" y="1012873"/>
            <a:ext cx="8370277" cy="5416061"/>
          </a:xfrm>
          <a:prstGeom prst="rect">
            <a:avLst/>
          </a:prstGeom>
          <a:noFill/>
          <a:ln w="9525">
            <a:noFill/>
            <a:miter lim="800000"/>
            <a:headEnd/>
            <a:tailEnd/>
          </a:ln>
          <a:effectLst/>
        </p:spPr>
      </p:pic>
    </p:spTree>
    <p:extLst>
      <p:ext uri="{BB962C8B-B14F-4D97-AF65-F5344CB8AC3E}">
        <p14:creationId xmlns:p14="http://schemas.microsoft.com/office/powerpoint/2010/main" xmlns="" val="172418661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F91B92-0342-2A7A-9A41-6AE1A68976AB}"/>
              </a:ext>
            </a:extLst>
          </p:cNvPr>
          <p:cNvSpPr>
            <a:spLocks noGrp="1"/>
          </p:cNvSpPr>
          <p:nvPr>
            <p:ph type="title"/>
          </p:nvPr>
        </p:nvSpPr>
        <p:spPr/>
        <p:txBody>
          <a:bodyPr/>
          <a:lstStyle/>
          <a:p>
            <a:r>
              <a:rPr lang="en-US" sz="2800" dirty="0">
                <a:latin typeface="+mj-lt"/>
              </a:rPr>
              <a:t>Line Coding Schemes</a:t>
            </a:r>
            <a:endParaRPr lang="en-IN" sz="2800" dirty="0"/>
          </a:p>
        </p:txBody>
      </p:sp>
      <p:sp>
        <p:nvSpPr>
          <p:cNvPr id="3" name="Content Placeholder 2">
            <a:extLst>
              <a:ext uri="{FF2B5EF4-FFF2-40B4-BE49-F238E27FC236}">
                <a16:creationId xmlns:a16="http://schemas.microsoft.com/office/drawing/2014/main" xmlns="" id="{F4AF70ED-FA0C-F3C6-6019-959B51F9FBEB}"/>
              </a:ext>
            </a:extLst>
          </p:cNvPr>
          <p:cNvSpPr>
            <a:spLocks noGrp="1"/>
          </p:cNvSpPr>
          <p:nvPr>
            <p:ph sz="quarter" idx="11"/>
          </p:nvPr>
        </p:nvSpPr>
        <p:spPr>
          <a:xfrm>
            <a:off x="189232" y="1057666"/>
            <a:ext cx="8458200" cy="2377440"/>
          </a:xfrm>
        </p:spPr>
        <p:txBody>
          <a:bodyPr/>
          <a:lstStyle/>
          <a:p>
            <a:pPr lvl="1" algn="just">
              <a:lnSpc>
                <a:spcPct val="150000"/>
              </a:lnSpc>
            </a:pPr>
            <a:r>
              <a:rPr lang="en-US" i="0" dirty="0"/>
              <a:t>We can roughly divide line coding schemes into five broad </a:t>
            </a:r>
            <a:r>
              <a:rPr lang="en-US" i="0" dirty="0" smtClean="0"/>
              <a:t>categories</a:t>
            </a:r>
            <a:endParaRPr lang="en-IN" i="0" dirty="0"/>
          </a:p>
        </p:txBody>
      </p:sp>
      <p:sp>
        <p:nvSpPr>
          <p:cNvPr id="5" name="Text Placeholder 4">
            <a:extLst>
              <a:ext uri="{FF2B5EF4-FFF2-40B4-BE49-F238E27FC236}">
                <a16:creationId xmlns:a16="http://schemas.microsoft.com/office/drawing/2014/main" xmlns="" id="{E3196623-A2D3-5ED9-FF9D-F4619ACAF807}"/>
              </a:ext>
            </a:extLst>
          </p:cNvPr>
          <p:cNvSpPr>
            <a:spLocks noGrp="1"/>
          </p:cNvSpPr>
          <p:nvPr>
            <p:ph type="body" sz="quarter" idx="39"/>
          </p:nvPr>
        </p:nvSpPr>
        <p:spPr/>
        <p:txBody>
          <a:bodyPr/>
          <a:lstStyle/>
          <a:p>
            <a:endParaRPr lang="en-IN"/>
          </a:p>
        </p:txBody>
      </p:sp>
      <p:sp>
        <p:nvSpPr>
          <p:cNvPr id="7" name="Slide Number Placeholder 6">
            <a:extLst>
              <a:ext uri="{FF2B5EF4-FFF2-40B4-BE49-F238E27FC236}">
                <a16:creationId xmlns:a16="http://schemas.microsoft.com/office/drawing/2014/main" xmlns="" id="{5EE0B6FA-73D0-0349-F479-4918C20F551D}"/>
              </a:ext>
            </a:extLst>
          </p:cNvPr>
          <p:cNvSpPr>
            <a:spLocks noGrp="1"/>
          </p:cNvSpPr>
          <p:nvPr>
            <p:ph type="sldNum" sz="quarter" idx="10"/>
          </p:nvPr>
        </p:nvSpPr>
        <p:spPr/>
        <p:txBody>
          <a:bodyPr/>
          <a:lstStyle/>
          <a:p>
            <a:fld id="{68151E55-6873-49E2-B8D5-2F265E6F1973}" type="slidenum">
              <a:rPr lang="en-US" smtClean="0"/>
              <a:pPr/>
              <a:t>79</a:t>
            </a:fld>
            <a:endParaRPr lang="en-US"/>
          </a:p>
        </p:txBody>
      </p:sp>
      <p:pic>
        <p:nvPicPr>
          <p:cNvPr id="8" name="Picture 7">
            <a:extLst>
              <a:ext uri="{FF2B5EF4-FFF2-40B4-BE49-F238E27FC236}">
                <a16:creationId xmlns:a16="http://schemas.microsoft.com/office/drawing/2014/main" xmlns="" id="{AC5C80C7-A594-27E6-5ACA-4F1CDC0C8AA0}"/>
              </a:ext>
            </a:extLst>
          </p:cNvPr>
          <p:cNvPicPr>
            <a:picLocks noChangeAspect="1"/>
          </p:cNvPicPr>
          <p:nvPr/>
        </p:nvPicPr>
        <p:blipFill>
          <a:blip r:embed="rId2"/>
          <a:stretch>
            <a:fillRect/>
          </a:stretch>
        </p:blipFill>
        <p:spPr>
          <a:xfrm>
            <a:off x="267287" y="2281077"/>
            <a:ext cx="8285870" cy="3472609"/>
          </a:xfrm>
          <a:prstGeom prst="rect">
            <a:avLst/>
          </a:prstGeom>
        </p:spPr>
      </p:pic>
    </p:spTree>
    <p:extLst>
      <p:ext uri="{BB962C8B-B14F-4D97-AF65-F5344CB8AC3E}">
        <p14:creationId xmlns:p14="http://schemas.microsoft.com/office/powerpoint/2010/main" xmlns="" val="10773738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3812FD6-CED5-5F9F-5D11-53615B0FA5E4}"/>
              </a:ext>
            </a:extLst>
          </p:cNvPr>
          <p:cNvSpPr>
            <a:spLocks noGrp="1"/>
          </p:cNvSpPr>
          <p:nvPr>
            <p:ph type="title"/>
          </p:nvPr>
        </p:nvSpPr>
        <p:spPr/>
        <p:txBody>
          <a:bodyPr/>
          <a:lstStyle/>
          <a:p>
            <a:r>
              <a:rPr lang="en-IN" sz="2800" dirty="0"/>
              <a:t>Unipolar Scheme</a:t>
            </a:r>
          </a:p>
        </p:txBody>
      </p:sp>
      <p:sp>
        <p:nvSpPr>
          <p:cNvPr id="3" name="Content Placeholder 2">
            <a:extLst>
              <a:ext uri="{FF2B5EF4-FFF2-40B4-BE49-F238E27FC236}">
                <a16:creationId xmlns:a16="http://schemas.microsoft.com/office/drawing/2014/main" xmlns="" id="{C905B2F1-52D1-38B6-356F-36AFEBB4B12A}"/>
              </a:ext>
            </a:extLst>
          </p:cNvPr>
          <p:cNvSpPr>
            <a:spLocks noGrp="1"/>
          </p:cNvSpPr>
          <p:nvPr>
            <p:ph sz="quarter" idx="11"/>
          </p:nvPr>
        </p:nvSpPr>
        <p:spPr>
          <a:xfrm>
            <a:off x="367152" y="983410"/>
            <a:ext cx="8458200" cy="5134001"/>
          </a:xfrm>
        </p:spPr>
        <p:txBody>
          <a:bodyPr/>
          <a:lstStyle/>
          <a:p>
            <a:pPr lvl="1" algn="just">
              <a:lnSpc>
                <a:spcPct val="150000"/>
              </a:lnSpc>
            </a:pPr>
            <a:r>
              <a:rPr lang="en-US" i="0" dirty="0"/>
              <a:t>In a unipolar scheme, all the signal levels are on one side of the time axis, either above or below.</a:t>
            </a:r>
          </a:p>
          <a:p>
            <a:pPr lvl="1"/>
            <a:r>
              <a:rPr lang="en-US" b="1" i="0" dirty="0"/>
              <a:t>NRZ (Non-Return-to-Zero)</a:t>
            </a:r>
          </a:p>
          <a:p>
            <a:pPr marL="342900" indent="-342900" algn="just">
              <a:lnSpc>
                <a:spcPct val="150000"/>
              </a:lnSpc>
              <a:buFont typeface="Arial" panose="020B0604020202020204" pitchFamily="34" charset="0"/>
              <a:buChar char="•"/>
            </a:pPr>
            <a:r>
              <a:rPr lang="en-US" i="0" dirty="0"/>
              <a:t>Traditionally, a unipolar scheme was designed as a non-return-to-zero (NRZ) scheme in which the positive voltage defines bit 1 and the zero voltage defines bit 0. </a:t>
            </a:r>
          </a:p>
          <a:p>
            <a:pPr marL="342900" indent="-342900" algn="just">
              <a:lnSpc>
                <a:spcPct val="150000"/>
              </a:lnSpc>
              <a:buFont typeface="Arial" panose="020B0604020202020204" pitchFamily="34" charset="0"/>
              <a:buChar char="•"/>
            </a:pPr>
            <a:r>
              <a:rPr lang="en-US" i="0" dirty="0"/>
              <a:t>It is called NRZ because the signal does not return to zero at the middle of the bit.</a:t>
            </a:r>
          </a:p>
          <a:p>
            <a:pPr marL="342900" indent="-342900">
              <a:buFont typeface="Arial" panose="020B0604020202020204" pitchFamily="34" charset="0"/>
              <a:buChar char="•"/>
            </a:pPr>
            <a:endParaRPr lang="en-IN" i="0" dirty="0"/>
          </a:p>
        </p:txBody>
      </p:sp>
      <p:sp>
        <p:nvSpPr>
          <p:cNvPr id="7" name="Slide Number Placeholder 6">
            <a:extLst>
              <a:ext uri="{FF2B5EF4-FFF2-40B4-BE49-F238E27FC236}">
                <a16:creationId xmlns:a16="http://schemas.microsoft.com/office/drawing/2014/main" xmlns="" id="{5BD9A800-C33D-26FE-2F7E-A65D615DECA3}"/>
              </a:ext>
            </a:extLst>
          </p:cNvPr>
          <p:cNvSpPr>
            <a:spLocks noGrp="1"/>
          </p:cNvSpPr>
          <p:nvPr>
            <p:ph type="sldNum" sz="quarter" idx="10"/>
          </p:nvPr>
        </p:nvSpPr>
        <p:spPr/>
        <p:txBody>
          <a:bodyPr/>
          <a:lstStyle/>
          <a:p>
            <a:fld id="{68151E55-6873-49E2-B8D5-2F265E6F1973}" type="slidenum">
              <a:rPr lang="en-US" smtClean="0"/>
              <a:pPr/>
              <a:t>80</a:t>
            </a:fld>
            <a:endParaRPr lang="en-US"/>
          </a:p>
        </p:txBody>
      </p:sp>
    </p:spTree>
    <p:extLst>
      <p:ext uri="{BB962C8B-B14F-4D97-AF65-F5344CB8AC3E}">
        <p14:creationId xmlns:p14="http://schemas.microsoft.com/office/powerpoint/2010/main" xmlns="" val="255824486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052A580A-E0C6-592D-32D5-3B8485C1453F}"/>
              </a:ext>
            </a:extLst>
          </p:cNvPr>
          <p:cNvSpPr>
            <a:spLocks noGrp="1"/>
          </p:cNvSpPr>
          <p:nvPr>
            <p:ph type="title"/>
          </p:nvPr>
        </p:nvSpPr>
        <p:spPr/>
        <p:txBody>
          <a:bodyPr/>
          <a:lstStyle/>
          <a:p>
            <a:r>
              <a:rPr lang="en-IN" dirty="0"/>
              <a:t>Unipolar Scheme</a:t>
            </a:r>
          </a:p>
        </p:txBody>
      </p:sp>
      <p:sp>
        <p:nvSpPr>
          <p:cNvPr id="7" name="Slide Number Placeholder 6">
            <a:extLst>
              <a:ext uri="{FF2B5EF4-FFF2-40B4-BE49-F238E27FC236}">
                <a16:creationId xmlns:a16="http://schemas.microsoft.com/office/drawing/2014/main" xmlns="" id="{BF600688-E7BA-AD3F-FB1F-AD3AFD42C7B0}"/>
              </a:ext>
            </a:extLst>
          </p:cNvPr>
          <p:cNvSpPr>
            <a:spLocks noGrp="1"/>
          </p:cNvSpPr>
          <p:nvPr>
            <p:ph type="sldNum" sz="quarter" idx="10"/>
          </p:nvPr>
        </p:nvSpPr>
        <p:spPr/>
        <p:txBody>
          <a:bodyPr/>
          <a:lstStyle/>
          <a:p>
            <a:fld id="{68151E55-6873-49E2-B8D5-2F265E6F1973}" type="slidenum">
              <a:rPr lang="en-US" smtClean="0"/>
              <a:pPr/>
              <a:t>81</a:t>
            </a:fld>
            <a:endParaRPr lang="en-US"/>
          </a:p>
        </p:txBody>
      </p:sp>
      <p:pic>
        <p:nvPicPr>
          <p:cNvPr id="2051" name="Picture 3"/>
          <p:cNvPicPr>
            <a:picLocks noChangeAspect="1" noChangeArrowheads="1"/>
          </p:cNvPicPr>
          <p:nvPr/>
        </p:nvPicPr>
        <p:blipFill>
          <a:blip r:embed="rId2"/>
          <a:srcRect/>
          <a:stretch>
            <a:fillRect/>
          </a:stretch>
        </p:blipFill>
        <p:spPr bwMode="auto">
          <a:xfrm>
            <a:off x="436098" y="1280160"/>
            <a:ext cx="8145194" cy="4754880"/>
          </a:xfrm>
          <a:prstGeom prst="rect">
            <a:avLst/>
          </a:prstGeom>
          <a:noFill/>
          <a:ln w="9525">
            <a:noFill/>
            <a:miter lim="800000"/>
            <a:headEnd/>
            <a:tailEnd/>
          </a:ln>
          <a:effectLst/>
        </p:spPr>
      </p:pic>
    </p:spTree>
    <p:extLst>
      <p:ext uri="{BB962C8B-B14F-4D97-AF65-F5344CB8AC3E}">
        <p14:creationId xmlns:p14="http://schemas.microsoft.com/office/powerpoint/2010/main" xmlns="" val="97538971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Unipolar</a:t>
            </a:r>
            <a:r>
              <a:rPr lang="en-IN" dirty="0" smtClean="0"/>
              <a:t> Scheme</a:t>
            </a:r>
            <a:endParaRPr lang="en-IN" dirty="0"/>
          </a:p>
        </p:txBody>
      </p:sp>
      <p:sp>
        <p:nvSpPr>
          <p:cNvPr id="3" name="Content Placeholder 2"/>
          <p:cNvSpPr>
            <a:spLocks noGrp="1"/>
          </p:cNvSpPr>
          <p:nvPr>
            <p:ph sz="quarter" idx="11"/>
          </p:nvPr>
        </p:nvSpPr>
        <p:spPr>
          <a:xfrm>
            <a:off x="342900" y="1276709"/>
            <a:ext cx="8458200" cy="4420705"/>
          </a:xfrm>
        </p:spPr>
        <p:txBody>
          <a:bodyPr/>
          <a:lstStyle/>
          <a:p>
            <a:pPr lvl="1" algn="just">
              <a:lnSpc>
                <a:spcPct val="150000"/>
              </a:lnSpc>
            </a:pPr>
            <a:r>
              <a:rPr lang="en-IN" i="0" dirty="0" smtClean="0"/>
              <a:t>Compared with its polar counterpart (see the next section), this scheme is very costly. </a:t>
            </a:r>
          </a:p>
          <a:p>
            <a:pPr lvl="1" algn="just">
              <a:lnSpc>
                <a:spcPct val="150000"/>
              </a:lnSpc>
            </a:pPr>
            <a:r>
              <a:rPr lang="en-IN" i="0" dirty="0" smtClean="0"/>
              <a:t>As we will see shortly, the normalized power (the power needed to send 1 bit per unit line resistance) is double that for polar NRZ. </a:t>
            </a:r>
          </a:p>
          <a:p>
            <a:pPr lvl="1" algn="just">
              <a:lnSpc>
                <a:spcPct val="150000"/>
              </a:lnSpc>
            </a:pPr>
            <a:r>
              <a:rPr lang="en-IN" i="0" dirty="0" smtClean="0"/>
              <a:t>For this reason, this scheme is normally not used in data communications today.</a:t>
            </a:r>
            <a:endParaRPr lang="en-IN" i="0" dirty="0"/>
          </a:p>
        </p:txBody>
      </p:sp>
      <p:sp>
        <p:nvSpPr>
          <p:cNvPr id="5" name="Text Placeholder 4"/>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9B8AF46B-B981-195B-44EF-AE4623B5290B}"/>
              </a:ext>
            </a:extLst>
          </p:cNvPr>
          <p:cNvSpPr>
            <a:spLocks noGrp="1"/>
          </p:cNvSpPr>
          <p:nvPr>
            <p:ph type="title"/>
          </p:nvPr>
        </p:nvSpPr>
        <p:spPr/>
        <p:txBody>
          <a:bodyPr/>
          <a:lstStyle/>
          <a:p>
            <a:r>
              <a:rPr lang="en-US" dirty="0"/>
              <a:t>Polar Schemes</a:t>
            </a:r>
            <a:endParaRPr lang="en-IN" dirty="0"/>
          </a:p>
        </p:txBody>
      </p:sp>
      <p:sp>
        <p:nvSpPr>
          <p:cNvPr id="9" name="Content Placeholder 8">
            <a:extLst>
              <a:ext uri="{FF2B5EF4-FFF2-40B4-BE49-F238E27FC236}">
                <a16:creationId xmlns:a16="http://schemas.microsoft.com/office/drawing/2014/main" xmlns="" id="{AE0AC2AE-BC6A-0013-6473-3D885387BA65}"/>
              </a:ext>
            </a:extLst>
          </p:cNvPr>
          <p:cNvSpPr>
            <a:spLocks noGrp="1"/>
          </p:cNvSpPr>
          <p:nvPr>
            <p:ph sz="quarter" idx="11"/>
          </p:nvPr>
        </p:nvSpPr>
        <p:spPr/>
        <p:txBody>
          <a:bodyPr/>
          <a:lstStyle/>
          <a:p>
            <a:pPr lvl="1" algn="just">
              <a:lnSpc>
                <a:spcPct val="150000"/>
              </a:lnSpc>
            </a:pPr>
            <a:r>
              <a:rPr lang="en-US" b="1" i="0" dirty="0"/>
              <a:t>In polar schemes</a:t>
            </a:r>
            <a:r>
              <a:rPr lang="en-US" i="0" dirty="0"/>
              <a:t>, the voltages are on both sides of the time axis. </a:t>
            </a:r>
            <a:endParaRPr lang="en-US" i="0" dirty="0" smtClean="0"/>
          </a:p>
          <a:p>
            <a:pPr lvl="1" algn="just">
              <a:lnSpc>
                <a:spcPct val="150000"/>
              </a:lnSpc>
            </a:pPr>
            <a:r>
              <a:rPr lang="en-US" i="0" dirty="0" smtClean="0"/>
              <a:t>For </a:t>
            </a:r>
            <a:r>
              <a:rPr lang="en-US" i="0" dirty="0"/>
              <a:t>example, the voltage level for 0 can be positive and the voltage level for 1 can be negative.</a:t>
            </a:r>
          </a:p>
          <a:p>
            <a:pPr lvl="1"/>
            <a:r>
              <a:rPr lang="en-US" b="1" i="0" dirty="0"/>
              <a:t>Non-Return-to-Zero (NRZ)</a:t>
            </a:r>
          </a:p>
          <a:p>
            <a:pPr marL="342900" indent="-342900" algn="just">
              <a:lnSpc>
                <a:spcPct val="150000"/>
              </a:lnSpc>
              <a:buFont typeface="Arial" panose="020B0604020202020204" pitchFamily="34" charset="0"/>
              <a:buChar char="•"/>
            </a:pPr>
            <a:r>
              <a:rPr lang="en-US" i="0" dirty="0"/>
              <a:t>In polar NRZ encoding, we use two levels of voltage amplitude.</a:t>
            </a:r>
          </a:p>
          <a:p>
            <a:pPr marL="342900" indent="-342900" algn="just">
              <a:lnSpc>
                <a:spcPct val="150000"/>
              </a:lnSpc>
              <a:buFont typeface="Arial" panose="020B0604020202020204" pitchFamily="34" charset="0"/>
              <a:buChar char="•"/>
            </a:pPr>
            <a:r>
              <a:rPr lang="en-US" i="0" dirty="0"/>
              <a:t>We can have two versions of polar NRZ: NRZ-L and NRZ-I, as shown in </a:t>
            </a:r>
            <a:r>
              <a:rPr lang="en-US" i="0" dirty="0" smtClean="0"/>
              <a:t>Figure (next slide). </a:t>
            </a:r>
            <a:endParaRPr lang="en-US" i="0" dirty="0"/>
          </a:p>
          <a:p>
            <a:r>
              <a:rPr lang="en-US" i="0" dirty="0"/>
              <a:t> </a:t>
            </a:r>
            <a:endParaRPr lang="en-IN" i="0" dirty="0"/>
          </a:p>
        </p:txBody>
      </p:sp>
      <p:sp>
        <p:nvSpPr>
          <p:cNvPr id="10" name="Text Placeholder 9">
            <a:extLst>
              <a:ext uri="{FF2B5EF4-FFF2-40B4-BE49-F238E27FC236}">
                <a16:creationId xmlns:a16="http://schemas.microsoft.com/office/drawing/2014/main" xmlns="" id="{9DF7E42E-7D39-7C63-CDBE-15C211DDC2E7}"/>
              </a:ext>
            </a:extLst>
          </p:cNvPr>
          <p:cNvSpPr>
            <a:spLocks noGrp="1"/>
          </p:cNvSpPr>
          <p:nvPr>
            <p:ph type="body" sz="quarter" idx="39"/>
          </p:nvPr>
        </p:nvSpPr>
        <p:spPr/>
        <p:txBody>
          <a:bodyPr/>
          <a:lstStyle/>
          <a:p>
            <a:endParaRPr lang="en-IN"/>
          </a:p>
        </p:txBody>
      </p:sp>
      <p:sp>
        <p:nvSpPr>
          <p:cNvPr id="11" name="Text Placeholder 10">
            <a:extLst>
              <a:ext uri="{FF2B5EF4-FFF2-40B4-BE49-F238E27FC236}">
                <a16:creationId xmlns:a16="http://schemas.microsoft.com/office/drawing/2014/main" xmlns="" id="{D3497FA2-D01A-469A-FC45-32A572900C1D}"/>
              </a:ext>
            </a:extLst>
          </p:cNvPr>
          <p:cNvSpPr>
            <a:spLocks noGrp="1"/>
          </p:cNvSpPr>
          <p:nvPr>
            <p:ph type="body" sz="quarter" idx="40"/>
          </p:nvPr>
        </p:nvSpPr>
        <p:spPr/>
        <p:txBody>
          <a:bodyPr/>
          <a:lstStyle/>
          <a:p>
            <a:endParaRPr lang="en-IN"/>
          </a:p>
        </p:txBody>
      </p:sp>
      <p:sp>
        <p:nvSpPr>
          <p:cNvPr id="7" name="Slide Number Placeholder 6">
            <a:extLst>
              <a:ext uri="{FF2B5EF4-FFF2-40B4-BE49-F238E27FC236}">
                <a16:creationId xmlns:a16="http://schemas.microsoft.com/office/drawing/2014/main" xmlns="" id="{4163112F-1A4D-4385-9125-79A70EE8246A}"/>
              </a:ext>
            </a:extLst>
          </p:cNvPr>
          <p:cNvSpPr>
            <a:spLocks noGrp="1"/>
          </p:cNvSpPr>
          <p:nvPr>
            <p:ph type="sldNum" sz="quarter" idx="10"/>
          </p:nvPr>
        </p:nvSpPr>
        <p:spPr/>
        <p:txBody>
          <a:bodyPr/>
          <a:lstStyle/>
          <a:p>
            <a:fld id="{68151E55-6873-49E2-B8D5-2F265E6F1973}" type="slidenum">
              <a:rPr lang="en-US" smtClean="0"/>
              <a:pPr/>
              <a:t>83</a:t>
            </a:fld>
            <a:endParaRPr lang="en-US"/>
          </a:p>
        </p:txBody>
      </p:sp>
    </p:spTree>
    <p:extLst>
      <p:ext uri="{BB962C8B-B14F-4D97-AF65-F5344CB8AC3E}">
        <p14:creationId xmlns:p14="http://schemas.microsoft.com/office/powerpoint/2010/main" xmlns="" val="426057144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F74E93-3E3C-D638-538B-251C3E1CFED3}"/>
              </a:ext>
            </a:extLst>
          </p:cNvPr>
          <p:cNvSpPr>
            <a:spLocks noGrp="1"/>
          </p:cNvSpPr>
          <p:nvPr>
            <p:ph type="title"/>
          </p:nvPr>
        </p:nvSpPr>
        <p:spPr/>
        <p:txBody>
          <a:bodyPr/>
          <a:lstStyle/>
          <a:p>
            <a:r>
              <a:rPr lang="en-US" dirty="0"/>
              <a:t>Polar Schemes</a:t>
            </a:r>
            <a:endParaRPr lang="en-IN" dirty="0"/>
          </a:p>
        </p:txBody>
      </p:sp>
      <p:sp>
        <p:nvSpPr>
          <p:cNvPr id="5" name="Text Placeholder 4">
            <a:extLst>
              <a:ext uri="{FF2B5EF4-FFF2-40B4-BE49-F238E27FC236}">
                <a16:creationId xmlns:a16="http://schemas.microsoft.com/office/drawing/2014/main" xmlns="" id="{B1E842F9-2919-53E0-7C3F-23977078ECFB}"/>
              </a:ext>
            </a:extLst>
          </p:cNvPr>
          <p:cNvSpPr>
            <a:spLocks noGrp="1"/>
          </p:cNvSpPr>
          <p:nvPr>
            <p:ph type="body" sz="quarter" idx="39"/>
          </p:nvPr>
        </p:nvSpPr>
        <p:spPr/>
        <p:txBody>
          <a:bodyPr/>
          <a:lstStyle/>
          <a:p>
            <a:endParaRPr lang="en-IN"/>
          </a:p>
        </p:txBody>
      </p:sp>
      <p:sp>
        <p:nvSpPr>
          <p:cNvPr id="7" name="Slide Number Placeholder 6">
            <a:extLst>
              <a:ext uri="{FF2B5EF4-FFF2-40B4-BE49-F238E27FC236}">
                <a16:creationId xmlns:a16="http://schemas.microsoft.com/office/drawing/2014/main" xmlns="" id="{949A58C1-AF4B-400A-8990-7AEE4B58D3F0}"/>
              </a:ext>
            </a:extLst>
          </p:cNvPr>
          <p:cNvSpPr>
            <a:spLocks noGrp="1"/>
          </p:cNvSpPr>
          <p:nvPr>
            <p:ph type="sldNum" sz="quarter" idx="10"/>
          </p:nvPr>
        </p:nvSpPr>
        <p:spPr/>
        <p:txBody>
          <a:bodyPr/>
          <a:lstStyle/>
          <a:p>
            <a:fld id="{68151E55-6873-49E2-B8D5-2F265E6F1973}" type="slidenum">
              <a:rPr lang="en-US" smtClean="0"/>
              <a:pPr/>
              <a:t>84</a:t>
            </a:fld>
            <a:endParaRPr lang="en-US"/>
          </a:p>
        </p:txBody>
      </p:sp>
      <p:pic>
        <p:nvPicPr>
          <p:cNvPr id="9" name="Picture 8">
            <a:extLst>
              <a:ext uri="{FF2B5EF4-FFF2-40B4-BE49-F238E27FC236}">
                <a16:creationId xmlns:a16="http://schemas.microsoft.com/office/drawing/2014/main" xmlns="" id="{A47B9E91-F297-AEAB-891C-689449A9A4FF}"/>
              </a:ext>
            </a:extLst>
          </p:cNvPr>
          <p:cNvPicPr>
            <a:picLocks noChangeAspect="1"/>
          </p:cNvPicPr>
          <p:nvPr/>
        </p:nvPicPr>
        <p:blipFill>
          <a:blip r:embed="rId2"/>
          <a:stretch>
            <a:fillRect/>
          </a:stretch>
        </p:blipFill>
        <p:spPr>
          <a:xfrm>
            <a:off x="342900" y="1030332"/>
            <a:ext cx="8234921" cy="4670698"/>
          </a:xfrm>
          <a:prstGeom prst="rect">
            <a:avLst/>
          </a:prstGeom>
        </p:spPr>
      </p:pic>
    </p:spTree>
    <p:extLst>
      <p:ext uri="{BB962C8B-B14F-4D97-AF65-F5344CB8AC3E}">
        <p14:creationId xmlns:p14="http://schemas.microsoft.com/office/powerpoint/2010/main" xmlns="" val="34780227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2A77A52F-76BF-8ECE-CDE0-B6985D1B4F61}"/>
              </a:ext>
            </a:extLst>
          </p:cNvPr>
          <p:cNvSpPr>
            <a:spLocks noGrp="1"/>
          </p:cNvSpPr>
          <p:nvPr>
            <p:ph type="title"/>
          </p:nvPr>
        </p:nvSpPr>
        <p:spPr/>
        <p:txBody>
          <a:bodyPr/>
          <a:lstStyle/>
          <a:p>
            <a:r>
              <a:rPr lang="en-US" dirty="0"/>
              <a:t>Polar Schemes</a:t>
            </a:r>
            <a:endParaRPr lang="en-IN" dirty="0"/>
          </a:p>
        </p:txBody>
      </p:sp>
      <p:sp>
        <p:nvSpPr>
          <p:cNvPr id="9" name="Content Placeholder 8">
            <a:extLst>
              <a:ext uri="{FF2B5EF4-FFF2-40B4-BE49-F238E27FC236}">
                <a16:creationId xmlns:a16="http://schemas.microsoft.com/office/drawing/2014/main" xmlns="" id="{66D0ED24-635B-D912-D9B9-08B0156FB0B3}"/>
              </a:ext>
            </a:extLst>
          </p:cNvPr>
          <p:cNvSpPr>
            <a:spLocks noGrp="1"/>
          </p:cNvSpPr>
          <p:nvPr>
            <p:ph sz="quarter" idx="11"/>
          </p:nvPr>
        </p:nvSpPr>
        <p:spPr/>
        <p:txBody>
          <a:bodyPr/>
          <a:lstStyle/>
          <a:p>
            <a:pPr marL="342900" indent="-342900" algn="just">
              <a:lnSpc>
                <a:spcPct val="150000"/>
              </a:lnSpc>
              <a:buFont typeface="Arial" panose="020B0604020202020204" pitchFamily="34" charset="0"/>
              <a:buChar char="•"/>
            </a:pPr>
            <a:r>
              <a:rPr lang="en-US" i="0" dirty="0"/>
              <a:t>In the first variation, NRZ-L (NRZ-Level), the level of the voltage determines the value of the bit.</a:t>
            </a:r>
          </a:p>
          <a:p>
            <a:pPr marL="342900" indent="-342900" algn="just">
              <a:lnSpc>
                <a:spcPct val="150000"/>
              </a:lnSpc>
              <a:buFont typeface="Arial" panose="020B0604020202020204" pitchFamily="34" charset="0"/>
              <a:buChar char="•"/>
            </a:pPr>
            <a:r>
              <a:rPr lang="en-US" i="0" dirty="0"/>
              <a:t> In the second variation, NRZ-I (NRZ-Invert), the change or lack of change in the level of the voltage determines the value of the bit. </a:t>
            </a:r>
          </a:p>
          <a:p>
            <a:pPr marL="342900" indent="-342900" algn="just">
              <a:lnSpc>
                <a:spcPct val="150000"/>
              </a:lnSpc>
              <a:buFont typeface="Arial" panose="020B0604020202020204" pitchFamily="34" charset="0"/>
              <a:buChar char="•"/>
            </a:pPr>
            <a:r>
              <a:rPr lang="en-US" i="0" dirty="0"/>
              <a:t>If there is no change, the bit is 0; if there is a change, the bit is 1.</a:t>
            </a:r>
            <a:endParaRPr lang="en-IN" i="0" dirty="0"/>
          </a:p>
          <a:p>
            <a:endParaRPr lang="en-IN" dirty="0"/>
          </a:p>
        </p:txBody>
      </p:sp>
      <p:sp>
        <p:nvSpPr>
          <p:cNvPr id="10" name="Text Placeholder 9">
            <a:extLst>
              <a:ext uri="{FF2B5EF4-FFF2-40B4-BE49-F238E27FC236}">
                <a16:creationId xmlns:a16="http://schemas.microsoft.com/office/drawing/2014/main" xmlns="" id="{0E4250B1-39C3-65F4-94CB-439E5F31DD31}"/>
              </a:ext>
            </a:extLst>
          </p:cNvPr>
          <p:cNvSpPr>
            <a:spLocks noGrp="1"/>
          </p:cNvSpPr>
          <p:nvPr>
            <p:ph type="body" sz="quarter" idx="39"/>
          </p:nvPr>
        </p:nvSpPr>
        <p:spPr/>
        <p:txBody>
          <a:bodyPr/>
          <a:lstStyle/>
          <a:p>
            <a:endParaRPr lang="en-IN"/>
          </a:p>
        </p:txBody>
      </p:sp>
      <p:sp>
        <p:nvSpPr>
          <p:cNvPr id="7" name="Slide Number Placeholder 6">
            <a:extLst>
              <a:ext uri="{FF2B5EF4-FFF2-40B4-BE49-F238E27FC236}">
                <a16:creationId xmlns:a16="http://schemas.microsoft.com/office/drawing/2014/main" xmlns="" id="{FD8D84A9-D4A4-513B-6BF5-39B102C948C7}"/>
              </a:ext>
            </a:extLst>
          </p:cNvPr>
          <p:cNvSpPr>
            <a:spLocks noGrp="1"/>
          </p:cNvSpPr>
          <p:nvPr>
            <p:ph type="sldNum" sz="quarter" idx="10"/>
          </p:nvPr>
        </p:nvSpPr>
        <p:spPr/>
        <p:txBody>
          <a:bodyPr/>
          <a:lstStyle/>
          <a:p>
            <a:fld id="{68151E55-6873-49E2-B8D5-2F265E6F1973}" type="slidenum">
              <a:rPr lang="en-US" smtClean="0"/>
              <a:pPr/>
              <a:t>85</a:t>
            </a:fld>
            <a:endParaRPr lang="en-US"/>
          </a:p>
        </p:txBody>
      </p:sp>
    </p:spTree>
    <p:extLst>
      <p:ext uri="{BB962C8B-B14F-4D97-AF65-F5344CB8AC3E}">
        <p14:creationId xmlns:p14="http://schemas.microsoft.com/office/powerpoint/2010/main" xmlns="" val="405414753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78D70C59-5974-8864-FA1F-7B17EA638FB8}"/>
              </a:ext>
            </a:extLst>
          </p:cNvPr>
          <p:cNvSpPr>
            <a:spLocks noGrp="1"/>
          </p:cNvSpPr>
          <p:nvPr>
            <p:ph type="title"/>
          </p:nvPr>
        </p:nvSpPr>
        <p:spPr/>
        <p:txBody>
          <a:bodyPr/>
          <a:lstStyle/>
          <a:p>
            <a:r>
              <a:rPr lang="en-US" dirty="0" smtClean="0"/>
              <a:t>Comparison of  NRZ-L and  NRZ-I</a:t>
            </a:r>
            <a:endParaRPr lang="en-IN" dirty="0"/>
          </a:p>
        </p:txBody>
      </p:sp>
      <p:sp>
        <p:nvSpPr>
          <p:cNvPr id="3" name="Content Placeholder 2">
            <a:extLst>
              <a:ext uri="{FF2B5EF4-FFF2-40B4-BE49-F238E27FC236}">
                <a16:creationId xmlns:a16="http://schemas.microsoft.com/office/drawing/2014/main" xmlns="" id="{18D3CC2D-CDE7-4878-90A9-DC8C2F7521EF}"/>
              </a:ext>
            </a:extLst>
          </p:cNvPr>
          <p:cNvSpPr>
            <a:spLocks noGrp="1"/>
          </p:cNvSpPr>
          <p:nvPr>
            <p:ph sz="quarter" idx="11"/>
          </p:nvPr>
        </p:nvSpPr>
        <p:spPr/>
        <p:txBody>
          <a:bodyPr/>
          <a:lstStyle/>
          <a:p>
            <a:pPr marL="342900" indent="-342900" algn="just">
              <a:lnSpc>
                <a:spcPct val="150000"/>
              </a:lnSpc>
              <a:buFont typeface="Arial" panose="020B0604020202020204" pitchFamily="34" charset="0"/>
              <a:buChar char="•"/>
            </a:pPr>
            <a:r>
              <a:rPr lang="en-US" i="0" dirty="0" smtClean="0"/>
              <a:t>Although </a:t>
            </a:r>
            <a:r>
              <a:rPr lang="en-US" i="0" dirty="0"/>
              <a:t>baseline wandering is a problem for both variations, it is twice as severe in NRZ-L. </a:t>
            </a:r>
            <a:endParaRPr lang="en-US" i="0" dirty="0" smtClean="0"/>
          </a:p>
          <a:p>
            <a:pPr marL="342900" indent="-342900" algn="just">
              <a:lnSpc>
                <a:spcPct val="150000"/>
              </a:lnSpc>
              <a:buFont typeface="Arial" panose="020B0604020202020204" pitchFamily="34" charset="0"/>
              <a:buChar char="•"/>
            </a:pPr>
            <a:r>
              <a:rPr lang="en-US" i="0" dirty="0" smtClean="0"/>
              <a:t>If </a:t>
            </a:r>
            <a:r>
              <a:rPr lang="en-US" i="0" dirty="0"/>
              <a:t>there is a long sequence of 0s or 1s in NRZ-L, the average signal power becomes skewed.</a:t>
            </a:r>
          </a:p>
          <a:p>
            <a:pPr marL="342900" indent="-342900" algn="just">
              <a:lnSpc>
                <a:spcPct val="150000"/>
              </a:lnSpc>
              <a:buFont typeface="Arial" panose="020B0604020202020204" pitchFamily="34" charset="0"/>
              <a:buChar char="•"/>
            </a:pPr>
            <a:r>
              <a:rPr lang="en-US" i="0" dirty="0"/>
              <a:t>The synchronization problem (sender and receiver clocks are not synchronized) also exists in both schemes. </a:t>
            </a:r>
            <a:endParaRPr lang="en-US" i="0" dirty="0" smtClean="0"/>
          </a:p>
          <a:p>
            <a:pPr marL="342900" indent="-342900" algn="just">
              <a:lnSpc>
                <a:spcPct val="150000"/>
              </a:lnSpc>
              <a:buFont typeface="Arial" panose="020B0604020202020204" pitchFamily="34" charset="0"/>
              <a:buChar char="•"/>
            </a:pPr>
            <a:r>
              <a:rPr lang="en-US" i="0" dirty="0" smtClean="0"/>
              <a:t>Again</a:t>
            </a:r>
            <a:r>
              <a:rPr lang="en-US" i="0" dirty="0"/>
              <a:t>, this problem is more serious in NRZ-L than in NRZ-I.</a:t>
            </a:r>
          </a:p>
          <a:p>
            <a:pPr marL="342900" indent="-342900" algn="just">
              <a:buFont typeface="Arial" panose="020B0604020202020204" pitchFamily="34" charset="0"/>
              <a:buChar char="•"/>
            </a:pPr>
            <a:endParaRPr lang="en-IN" i="0" dirty="0"/>
          </a:p>
        </p:txBody>
      </p:sp>
      <p:sp>
        <p:nvSpPr>
          <p:cNvPr id="9" name="Text Placeholder 8">
            <a:extLst>
              <a:ext uri="{FF2B5EF4-FFF2-40B4-BE49-F238E27FC236}">
                <a16:creationId xmlns:a16="http://schemas.microsoft.com/office/drawing/2014/main" xmlns="" id="{AD76F7EC-AE2D-6EFE-D848-55B38C311438}"/>
              </a:ext>
            </a:extLst>
          </p:cNvPr>
          <p:cNvSpPr>
            <a:spLocks noGrp="1"/>
          </p:cNvSpPr>
          <p:nvPr>
            <p:ph type="body" sz="quarter" idx="39"/>
          </p:nvPr>
        </p:nvSpPr>
        <p:spPr/>
        <p:txBody>
          <a:bodyPr/>
          <a:lstStyle/>
          <a:p>
            <a:endParaRPr lang="en-IN"/>
          </a:p>
        </p:txBody>
      </p:sp>
      <p:sp>
        <p:nvSpPr>
          <p:cNvPr id="7" name="Slide Number Placeholder 6">
            <a:extLst>
              <a:ext uri="{FF2B5EF4-FFF2-40B4-BE49-F238E27FC236}">
                <a16:creationId xmlns:a16="http://schemas.microsoft.com/office/drawing/2014/main" xmlns="" id="{5FF81A35-816B-CE72-8711-BEAB3C9B18DF}"/>
              </a:ext>
            </a:extLst>
          </p:cNvPr>
          <p:cNvSpPr>
            <a:spLocks noGrp="1"/>
          </p:cNvSpPr>
          <p:nvPr>
            <p:ph type="sldNum" sz="quarter" idx="10"/>
          </p:nvPr>
        </p:nvSpPr>
        <p:spPr/>
        <p:txBody>
          <a:bodyPr/>
          <a:lstStyle/>
          <a:p>
            <a:fld id="{68151E55-6873-49E2-B8D5-2F265E6F1973}" type="slidenum">
              <a:rPr lang="en-US" smtClean="0"/>
              <a:pPr/>
              <a:t>86</a:t>
            </a:fld>
            <a:endParaRPr lang="en-US"/>
          </a:p>
        </p:txBody>
      </p:sp>
    </p:spTree>
    <p:extLst>
      <p:ext uri="{BB962C8B-B14F-4D97-AF65-F5344CB8AC3E}">
        <p14:creationId xmlns:p14="http://schemas.microsoft.com/office/powerpoint/2010/main" xmlns="" val="416215377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FBFBB29-E7FC-9367-6ADF-586F8149A05A}"/>
              </a:ext>
            </a:extLst>
          </p:cNvPr>
          <p:cNvSpPr>
            <a:spLocks noGrp="1"/>
          </p:cNvSpPr>
          <p:nvPr>
            <p:ph type="title"/>
          </p:nvPr>
        </p:nvSpPr>
        <p:spPr/>
        <p:txBody>
          <a:bodyPr/>
          <a:lstStyle/>
          <a:p>
            <a:r>
              <a:rPr lang="en-IN" dirty="0" smtClean="0">
                <a:latin typeface="Times-BoldItalic"/>
              </a:rPr>
              <a:t>Return-to-Zero (RZ)</a:t>
            </a:r>
            <a:r>
              <a:rPr lang="en-IN" sz="3200" dirty="0" smtClean="0"/>
              <a:t/>
            </a:r>
            <a:br>
              <a:rPr lang="en-IN" sz="3200" dirty="0" smtClean="0"/>
            </a:br>
            <a:endParaRPr lang="en-IN" dirty="0"/>
          </a:p>
        </p:txBody>
      </p:sp>
      <p:sp>
        <p:nvSpPr>
          <p:cNvPr id="3" name="Content Placeholder 2">
            <a:extLst>
              <a:ext uri="{FF2B5EF4-FFF2-40B4-BE49-F238E27FC236}">
                <a16:creationId xmlns:a16="http://schemas.microsoft.com/office/drawing/2014/main" xmlns="" id="{F88D2428-34FB-C02A-7CC1-AAC7C4330511}"/>
              </a:ext>
            </a:extLst>
          </p:cNvPr>
          <p:cNvSpPr>
            <a:spLocks noGrp="1"/>
          </p:cNvSpPr>
          <p:nvPr>
            <p:ph sz="quarter" idx="11"/>
          </p:nvPr>
        </p:nvSpPr>
        <p:spPr>
          <a:xfrm>
            <a:off x="342900" y="1041009"/>
            <a:ext cx="8458200" cy="5210037"/>
          </a:xfrm>
        </p:spPr>
        <p:txBody>
          <a:bodyPr/>
          <a:lstStyle/>
          <a:p>
            <a:pPr lvl="1" algn="just">
              <a:lnSpc>
                <a:spcPct val="150000"/>
              </a:lnSpc>
            </a:pPr>
            <a:r>
              <a:rPr lang="en-IN" i="0" dirty="0" smtClean="0"/>
              <a:t>The main problem with NRZ encoding occurs when the sender and receiver clocks are not synchronized.</a:t>
            </a:r>
          </a:p>
          <a:p>
            <a:pPr lvl="1" algn="just">
              <a:lnSpc>
                <a:spcPct val="150000"/>
              </a:lnSpc>
            </a:pPr>
            <a:r>
              <a:rPr lang="en-IN" i="0" dirty="0" smtClean="0"/>
              <a:t>The receiver does not know when one bit has ended and the next bit is starting.</a:t>
            </a:r>
          </a:p>
          <a:p>
            <a:pPr lvl="1" algn="just">
              <a:lnSpc>
                <a:spcPct val="150000"/>
              </a:lnSpc>
            </a:pPr>
            <a:r>
              <a:rPr lang="en-IN" i="0" dirty="0" smtClean="0"/>
              <a:t>One solution is the </a:t>
            </a:r>
            <a:r>
              <a:rPr lang="en-IN" b="1" i="0" dirty="0" smtClean="0"/>
              <a:t>return-to-zero (RZ) scheme, which uses three values: </a:t>
            </a:r>
            <a:r>
              <a:rPr lang="en-IN" i="0" dirty="0" smtClean="0"/>
              <a:t>positive, negative, and zero.</a:t>
            </a:r>
          </a:p>
          <a:p>
            <a:pPr lvl="1">
              <a:lnSpc>
                <a:spcPct val="150000"/>
              </a:lnSpc>
            </a:pPr>
            <a:r>
              <a:rPr lang="en-IN" i="0" dirty="0" smtClean="0"/>
              <a:t>In RZ, the signal changes not between bits but during the bit.</a:t>
            </a:r>
            <a:endParaRPr lang="en-IN" i="0" dirty="0"/>
          </a:p>
        </p:txBody>
      </p:sp>
      <p:sp>
        <p:nvSpPr>
          <p:cNvPr id="10" name="Text Placeholder 9"/>
          <p:cNvSpPr>
            <a:spLocks noGrp="1"/>
          </p:cNvSpPr>
          <p:nvPr>
            <p:ph type="body" sz="quarter" idx="39"/>
          </p:nvPr>
        </p:nvSpPr>
        <p:spPr/>
        <p:txBody>
          <a:bodyPr/>
          <a:lstStyle/>
          <a:p>
            <a:endParaRPr lang="en-IN"/>
          </a:p>
        </p:txBody>
      </p:sp>
      <p:sp>
        <p:nvSpPr>
          <p:cNvPr id="7" name="Slide Number Placeholder 6">
            <a:extLst>
              <a:ext uri="{FF2B5EF4-FFF2-40B4-BE49-F238E27FC236}">
                <a16:creationId xmlns:a16="http://schemas.microsoft.com/office/drawing/2014/main" xmlns="" id="{A0B239D1-C390-D63A-731C-093E0B783AF0}"/>
              </a:ext>
            </a:extLst>
          </p:cNvPr>
          <p:cNvSpPr>
            <a:spLocks noGrp="1"/>
          </p:cNvSpPr>
          <p:nvPr>
            <p:ph type="sldNum" sz="quarter" idx="10"/>
          </p:nvPr>
        </p:nvSpPr>
        <p:spPr/>
        <p:txBody>
          <a:bodyPr/>
          <a:lstStyle/>
          <a:p>
            <a:fld id="{68151E55-6873-49E2-B8D5-2F265E6F1973}" type="slidenum">
              <a:rPr lang="en-US" smtClean="0"/>
              <a:pPr/>
              <a:t>87</a:t>
            </a:fld>
            <a:endParaRPr lang="en-US"/>
          </a:p>
        </p:txBody>
      </p:sp>
    </p:spTree>
    <p:extLst>
      <p:ext uri="{BB962C8B-B14F-4D97-AF65-F5344CB8AC3E}">
        <p14:creationId xmlns:p14="http://schemas.microsoft.com/office/powerpoint/2010/main" xmlns="" val="57781057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220394"/>
            <a:ext cx="8458200" cy="678611"/>
          </a:xfrm>
        </p:spPr>
        <p:txBody>
          <a:bodyPr/>
          <a:lstStyle/>
          <a:p>
            <a:r>
              <a:rPr lang="en-IN" dirty="0" smtClean="0">
                <a:latin typeface="Times-BoldItalic"/>
              </a:rPr>
              <a:t>Return-to-Zero (RZ)</a:t>
            </a:r>
            <a:endParaRPr lang="en-IN" dirty="0"/>
          </a:p>
        </p:txBody>
      </p:sp>
      <p:sp>
        <p:nvSpPr>
          <p:cNvPr id="4" name="Content Placeholder 3"/>
          <p:cNvSpPr>
            <a:spLocks noGrp="1"/>
          </p:cNvSpPr>
          <p:nvPr>
            <p:ph sz="quarter" idx="15"/>
          </p:nvPr>
        </p:nvSpPr>
        <p:spPr>
          <a:xfrm>
            <a:off x="441373" y="3521914"/>
            <a:ext cx="8458200" cy="2963292"/>
          </a:xfrm>
        </p:spPr>
        <p:txBody>
          <a:bodyPr/>
          <a:lstStyle/>
          <a:p>
            <a:pPr lvl="1" algn="just">
              <a:lnSpc>
                <a:spcPct val="150000"/>
              </a:lnSpc>
            </a:pPr>
            <a:r>
              <a:rPr lang="en-IN" i="0" dirty="0" smtClean="0"/>
              <a:t>The main disadvantage of RZ encoding is that it requires two signal changes to encode a bit and therefore occupies greater bandwidth.</a:t>
            </a:r>
          </a:p>
          <a:p>
            <a:pPr lvl="1" algn="just">
              <a:lnSpc>
                <a:spcPct val="150000"/>
              </a:lnSpc>
            </a:pPr>
            <a:r>
              <a:rPr lang="en-IN" i="0" dirty="0" smtClean="0"/>
              <a:t>Another problem is the complexity: RZ uses three levels of voltage, which is more complex to create and discern.</a:t>
            </a:r>
            <a:endParaRPr lang="en-IN" i="0" dirty="0"/>
          </a:p>
        </p:txBody>
      </p:sp>
      <p:sp>
        <p:nvSpPr>
          <p:cNvPr id="5" name="Text Placeholder 4"/>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88</a:t>
            </a:fld>
            <a:endParaRPr lang="en-US"/>
          </a:p>
        </p:txBody>
      </p:sp>
      <p:pic>
        <p:nvPicPr>
          <p:cNvPr id="8" name="Content Placeholder 7">
            <a:extLst>
              <a:ext uri="{FF2B5EF4-FFF2-40B4-BE49-F238E27FC236}">
                <a16:creationId xmlns:a16="http://schemas.microsoft.com/office/drawing/2014/main" xmlns="" id="{05A6350D-D298-8D73-BF19-F05819F61B98}"/>
              </a:ext>
            </a:extLst>
          </p:cNvPr>
          <p:cNvPicPr>
            <a:picLocks noGrp="1" noChangeAspect="1"/>
          </p:cNvPicPr>
          <p:nvPr>
            <p:ph sz="quarter" idx="11"/>
          </p:nvPr>
        </p:nvPicPr>
        <p:blipFill>
          <a:blip r:embed="rId2"/>
          <a:stretch>
            <a:fillRect/>
          </a:stretch>
        </p:blipFill>
        <p:spPr>
          <a:xfrm>
            <a:off x="407963" y="942535"/>
            <a:ext cx="8215532" cy="2433711"/>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Biphase</a:t>
            </a:r>
            <a:r>
              <a:rPr lang="en-US" dirty="0" smtClean="0"/>
              <a:t>: Manchester and Differential Manchester</a:t>
            </a:r>
            <a:endParaRPr lang="en-IN" dirty="0"/>
          </a:p>
        </p:txBody>
      </p:sp>
      <p:sp>
        <p:nvSpPr>
          <p:cNvPr id="3" name="Content Placeholder 2"/>
          <p:cNvSpPr>
            <a:spLocks noGrp="1"/>
          </p:cNvSpPr>
          <p:nvPr>
            <p:ph sz="quarter" idx="11"/>
          </p:nvPr>
        </p:nvSpPr>
        <p:spPr>
          <a:xfrm>
            <a:off x="342900" y="970671"/>
            <a:ext cx="8458200" cy="5280375"/>
          </a:xfrm>
        </p:spPr>
        <p:txBody>
          <a:bodyPr/>
          <a:lstStyle/>
          <a:p>
            <a:pPr lvl="1" algn="just">
              <a:lnSpc>
                <a:spcPct val="150000"/>
              </a:lnSpc>
            </a:pPr>
            <a:r>
              <a:rPr lang="en-IN" i="0" dirty="0" smtClean="0"/>
              <a:t>The idea of RZ (transition at the middle of the bit) and the idea of NRZ-L are combined into the </a:t>
            </a:r>
            <a:r>
              <a:rPr lang="en-IN" b="1" i="0" dirty="0" smtClean="0"/>
              <a:t>Manchester scheme.</a:t>
            </a:r>
          </a:p>
          <a:p>
            <a:pPr lvl="1" algn="just">
              <a:lnSpc>
                <a:spcPct val="150000"/>
              </a:lnSpc>
            </a:pPr>
            <a:r>
              <a:rPr lang="en-IN" i="0" dirty="0" smtClean="0"/>
              <a:t>In Manchester encoding, the duration of the bit is divided into two halves. </a:t>
            </a:r>
          </a:p>
          <a:p>
            <a:pPr lvl="1" algn="just">
              <a:lnSpc>
                <a:spcPct val="150000"/>
              </a:lnSpc>
            </a:pPr>
            <a:r>
              <a:rPr lang="en-IN" i="0" dirty="0" smtClean="0"/>
              <a:t>The voltage remains at one level during the first half and moves to the other level in the second half.</a:t>
            </a:r>
          </a:p>
          <a:p>
            <a:pPr lvl="1" algn="just">
              <a:lnSpc>
                <a:spcPct val="150000"/>
              </a:lnSpc>
            </a:pPr>
            <a:r>
              <a:rPr lang="en-IN" i="0" dirty="0" smtClean="0"/>
              <a:t>The transition at the middle of the bit provides synchronization.</a:t>
            </a:r>
          </a:p>
          <a:p>
            <a:pPr lvl="1" algn="just">
              <a:lnSpc>
                <a:spcPct val="150000"/>
              </a:lnSpc>
              <a:buNone/>
            </a:pPr>
            <a:endParaRPr lang="en-IN" i="0" dirty="0"/>
          </a:p>
        </p:txBody>
      </p:sp>
      <p:sp>
        <p:nvSpPr>
          <p:cNvPr id="8" name="Text Placeholder 7"/>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Biphase</a:t>
            </a:r>
            <a:r>
              <a:rPr lang="en-US" dirty="0" smtClean="0"/>
              <a:t>: Manchester and Differential Manchester</a:t>
            </a:r>
            <a:endParaRPr lang="en-IN" dirty="0"/>
          </a:p>
        </p:txBody>
      </p:sp>
      <p:sp>
        <p:nvSpPr>
          <p:cNvPr id="3" name="Content Placeholder 2"/>
          <p:cNvSpPr>
            <a:spLocks noGrp="1"/>
          </p:cNvSpPr>
          <p:nvPr>
            <p:ph sz="quarter" idx="11"/>
          </p:nvPr>
        </p:nvSpPr>
        <p:spPr>
          <a:xfrm>
            <a:off x="342900" y="970671"/>
            <a:ext cx="8458200" cy="5280375"/>
          </a:xfrm>
        </p:spPr>
        <p:txBody>
          <a:bodyPr/>
          <a:lstStyle/>
          <a:p>
            <a:pPr lvl="1">
              <a:lnSpc>
                <a:spcPct val="150000"/>
              </a:lnSpc>
            </a:pPr>
            <a:r>
              <a:rPr lang="en-IN" b="1" i="0" dirty="0" smtClean="0"/>
              <a:t>Differential Manchester</a:t>
            </a:r>
            <a:r>
              <a:rPr lang="en-IN" i="0" dirty="0" smtClean="0"/>
              <a:t>, on the other hand, combines the ideas of RZ and NRZ-I.</a:t>
            </a:r>
          </a:p>
          <a:p>
            <a:pPr lvl="1" algn="just">
              <a:lnSpc>
                <a:spcPct val="150000"/>
              </a:lnSpc>
            </a:pPr>
            <a:r>
              <a:rPr lang="en-IN" i="0" dirty="0" smtClean="0"/>
              <a:t>There is always a transition at the middle of the bit, but the bit values are determined at the beginning of the bit.</a:t>
            </a:r>
          </a:p>
          <a:p>
            <a:pPr lvl="1" algn="just">
              <a:lnSpc>
                <a:spcPct val="150000"/>
              </a:lnSpc>
            </a:pPr>
            <a:r>
              <a:rPr lang="en-IN" i="0" dirty="0" smtClean="0"/>
              <a:t> If the next bit is 0, there is a transition; if the next bit is 1, there is none.</a:t>
            </a:r>
          </a:p>
          <a:p>
            <a:pPr lvl="1" algn="just">
              <a:lnSpc>
                <a:spcPct val="150000"/>
              </a:lnSpc>
            </a:pPr>
            <a:r>
              <a:rPr lang="en-IN" i="0" dirty="0" smtClean="0"/>
              <a:t>Figure (next slide) shows both Manchester and differential Manchester encoding.</a:t>
            </a:r>
            <a:endParaRPr lang="en-IN" i="0" dirty="0"/>
          </a:p>
        </p:txBody>
      </p:sp>
      <p:sp>
        <p:nvSpPr>
          <p:cNvPr id="8" name="Text Placeholder 7"/>
          <p:cNvSpPr>
            <a:spLocks noGrp="1"/>
          </p:cNvSpPr>
          <p:nvPr>
            <p:ph type="body" sz="quarter" idx="39"/>
          </p:nvPr>
        </p:nvSpPr>
        <p:spPr/>
        <p:txBody>
          <a:bodyPr/>
          <a:lstStyle/>
          <a:p>
            <a:endParaRPr lang="en-IN"/>
          </a:p>
        </p:txBody>
      </p:sp>
      <p:sp>
        <p:nvSpPr>
          <p:cNvPr id="7" name="Slide Number Placeholder 6"/>
          <p:cNvSpPr>
            <a:spLocks noGrp="1"/>
          </p:cNvSpPr>
          <p:nvPr>
            <p:ph type="sldNum" sz="quarter" idx="10"/>
          </p:nvPr>
        </p:nvSpPr>
        <p:spPr/>
        <p:txBody>
          <a:bodyPr/>
          <a:lstStyle/>
          <a:p>
            <a:fld id="{68151E55-6873-49E2-B8D5-2F265E6F1973}" type="slidenum">
              <a:rPr lang="en-US" smtClean="0"/>
              <a:pPr/>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B90FC52-7094-2BC4-27A1-2E7B0FF16982}"/>
              </a:ext>
            </a:extLst>
          </p:cNvPr>
          <p:cNvSpPr>
            <a:spLocks noGrp="1"/>
          </p:cNvSpPr>
          <p:nvPr>
            <p:ph type="title"/>
          </p:nvPr>
        </p:nvSpPr>
        <p:spPr/>
        <p:txBody>
          <a:bodyPr/>
          <a:lstStyle/>
          <a:p>
            <a:r>
              <a:rPr lang="en-US" b="1" i="1" u="none" strike="noStrike" baseline="0" dirty="0" err="1">
                <a:latin typeface="+mn-lt"/>
              </a:rPr>
              <a:t>Biphase</a:t>
            </a:r>
            <a:r>
              <a:rPr lang="en-US" b="1" i="1" u="none" strike="noStrike" baseline="0" dirty="0">
                <a:latin typeface="+mn-lt"/>
              </a:rPr>
              <a:t>: Manchester and Differential Manchester</a:t>
            </a:r>
            <a:endParaRPr lang="en-IN" sz="3200" dirty="0">
              <a:latin typeface="+mn-lt"/>
            </a:endParaRPr>
          </a:p>
        </p:txBody>
      </p:sp>
      <p:sp>
        <p:nvSpPr>
          <p:cNvPr id="5" name="Text Placeholder 4">
            <a:extLst>
              <a:ext uri="{FF2B5EF4-FFF2-40B4-BE49-F238E27FC236}">
                <a16:creationId xmlns:a16="http://schemas.microsoft.com/office/drawing/2014/main" xmlns="" id="{DEB5474B-BCEF-80D5-3479-52129926251E}"/>
              </a:ext>
            </a:extLst>
          </p:cNvPr>
          <p:cNvSpPr>
            <a:spLocks noGrp="1"/>
          </p:cNvSpPr>
          <p:nvPr>
            <p:ph type="body" sz="quarter" idx="39"/>
          </p:nvPr>
        </p:nvSpPr>
        <p:spPr/>
        <p:txBody>
          <a:bodyPr/>
          <a:lstStyle/>
          <a:p>
            <a:endParaRPr lang="en-IN"/>
          </a:p>
        </p:txBody>
      </p:sp>
      <p:sp>
        <p:nvSpPr>
          <p:cNvPr id="7" name="Slide Number Placeholder 6">
            <a:extLst>
              <a:ext uri="{FF2B5EF4-FFF2-40B4-BE49-F238E27FC236}">
                <a16:creationId xmlns:a16="http://schemas.microsoft.com/office/drawing/2014/main" xmlns="" id="{E45E5FE0-CD04-62E4-B966-8E8F8BC954DA}"/>
              </a:ext>
            </a:extLst>
          </p:cNvPr>
          <p:cNvSpPr>
            <a:spLocks noGrp="1"/>
          </p:cNvSpPr>
          <p:nvPr>
            <p:ph type="sldNum" sz="quarter" idx="10"/>
          </p:nvPr>
        </p:nvSpPr>
        <p:spPr/>
        <p:txBody>
          <a:bodyPr/>
          <a:lstStyle/>
          <a:p>
            <a:fld id="{68151E55-6873-49E2-B8D5-2F265E6F1973}" type="slidenum">
              <a:rPr lang="en-US" smtClean="0"/>
              <a:pPr/>
              <a:t>91</a:t>
            </a:fld>
            <a:endParaRPr lang="en-US"/>
          </a:p>
        </p:txBody>
      </p:sp>
      <p:pic>
        <p:nvPicPr>
          <p:cNvPr id="9" name="Picture 8">
            <a:extLst>
              <a:ext uri="{FF2B5EF4-FFF2-40B4-BE49-F238E27FC236}">
                <a16:creationId xmlns:a16="http://schemas.microsoft.com/office/drawing/2014/main" xmlns="" id="{A94920AC-9C82-10FA-F8F3-B9B13D620643}"/>
              </a:ext>
            </a:extLst>
          </p:cNvPr>
          <p:cNvPicPr>
            <a:picLocks noChangeAspect="1"/>
          </p:cNvPicPr>
          <p:nvPr/>
        </p:nvPicPr>
        <p:blipFill>
          <a:blip r:embed="rId2"/>
          <a:stretch>
            <a:fillRect/>
          </a:stretch>
        </p:blipFill>
        <p:spPr>
          <a:xfrm>
            <a:off x="731520" y="1263664"/>
            <a:ext cx="8131126" cy="4701038"/>
          </a:xfrm>
          <a:prstGeom prst="rect">
            <a:avLst/>
          </a:prstGeom>
        </p:spPr>
      </p:pic>
    </p:spTree>
    <p:extLst>
      <p:ext uri="{BB962C8B-B14F-4D97-AF65-F5344CB8AC3E}">
        <p14:creationId xmlns:p14="http://schemas.microsoft.com/office/powerpoint/2010/main" xmlns="" val="272864059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344C445B-7C16-3C20-D564-B551ED3733CF}"/>
              </a:ext>
            </a:extLst>
          </p:cNvPr>
          <p:cNvSpPr>
            <a:spLocks noGrp="1"/>
          </p:cNvSpPr>
          <p:nvPr>
            <p:ph type="title"/>
          </p:nvPr>
        </p:nvSpPr>
        <p:spPr/>
        <p:txBody>
          <a:bodyPr/>
          <a:lstStyle/>
          <a:p>
            <a:r>
              <a:rPr lang="en-IN" sz="1800" b="0" i="0" u="none" strike="noStrike" baseline="0" dirty="0">
                <a:solidFill>
                  <a:srgbClr val="000000"/>
                </a:solidFill>
                <a:latin typeface="Lao UI" panose="020B0502040204020203" pitchFamily="34" charset="0"/>
              </a:rPr>
              <a:t/>
            </a:r>
            <a:br>
              <a:rPr lang="en-IN" sz="1800" b="0" i="0" u="none" strike="noStrike" baseline="0" dirty="0">
                <a:solidFill>
                  <a:srgbClr val="000000"/>
                </a:solidFill>
                <a:latin typeface="Lao UI" panose="020B0502040204020203" pitchFamily="34" charset="0"/>
              </a:rPr>
            </a:br>
            <a:r>
              <a:rPr lang="en-IN" sz="1800" b="0" i="0" u="none" strike="noStrike" baseline="0" dirty="0">
                <a:solidFill>
                  <a:srgbClr val="000000"/>
                </a:solidFill>
                <a:latin typeface="Lao UI" panose="020B0502040204020203" pitchFamily="34" charset="0"/>
              </a:rPr>
              <a:t> </a:t>
            </a:r>
            <a:r>
              <a:rPr lang="en-IN" sz="3200" dirty="0"/>
              <a:t>Transmission Media</a:t>
            </a:r>
            <a:r>
              <a:rPr lang="en-IN" sz="1800" b="0" i="0" u="none" strike="noStrike" baseline="0" dirty="0">
                <a:solidFill>
                  <a:srgbClr val="000000"/>
                </a:solidFill>
                <a:latin typeface="Lao UI" panose="020B0502040204020203" pitchFamily="34" charset="0"/>
              </a:rPr>
              <a:t/>
            </a:r>
            <a:br>
              <a:rPr lang="en-IN" sz="1800" b="0" i="0" u="none" strike="noStrike" baseline="0" dirty="0">
                <a:solidFill>
                  <a:srgbClr val="000000"/>
                </a:solidFill>
                <a:latin typeface="Lao UI" panose="020B0502040204020203" pitchFamily="34" charset="0"/>
              </a:rPr>
            </a:br>
            <a:endParaRPr lang="en-IN" dirty="0"/>
          </a:p>
        </p:txBody>
      </p:sp>
      <p:sp>
        <p:nvSpPr>
          <p:cNvPr id="9" name="Content Placeholder 8">
            <a:extLst>
              <a:ext uri="{FF2B5EF4-FFF2-40B4-BE49-F238E27FC236}">
                <a16:creationId xmlns:a16="http://schemas.microsoft.com/office/drawing/2014/main" xmlns="" id="{F4966B2C-E82E-603A-46B1-073F9C9D304C}"/>
              </a:ext>
            </a:extLst>
          </p:cNvPr>
          <p:cNvSpPr>
            <a:spLocks noGrp="1"/>
          </p:cNvSpPr>
          <p:nvPr>
            <p:ph sz="quarter" idx="11"/>
          </p:nvPr>
        </p:nvSpPr>
        <p:spPr>
          <a:xfrm>
            <a:off x="342900" y="1010713"/>
            <a:ext cx="8458200" cy="4974336"/>
          </a:xfrm>
        </p:spPr>
        <p:txBody>
          <a:bodyPr/>
          <a:lstStyle/>
          <a:p>
            <a:pPr lvl="1" algn="just"/>
            <a:r>
              <a:rPr lang="en-US" b="0" i="0" u="none" strike="noStrike" baseline="0" dirty="0">
                <a:latin typeface="Times-Roman"/>
              </a:rPr>
              <a:t>Transmission media are actually located below the physical layer and are directly controlled by the physical layer. </a:t>
            </a:r>
          </a:p>
          <a:p>
            <a:pPr lvl="1" algn="just"/>
            <a:r>
              <a:rPr lang="en-US" b="0" i="0" u="none" strike="noStrike" baseline="0" dirty="0">
                <a:latin typeface="Times-Roman"/>
              </a:rPr>
              <a:t>We could say that transmission media belong to layer zero. </a:t>
            </a:r>
          </a:p>
          <a:p>
            <a:pPr lvl="1" algn="just"/>
            <a:r>
              <a:rPr lang="en-US" b="0" i="0" u="none" strike="noStrike" baseline="0" dirty="0">
                <a:latin typeface="Times-Roman"/>
              </a:rPr>
              <a:t>Figure shows the position of transmission media in relation to the physical </a:t>
            </a:r>
            <a:r>
              <a:rPr lang="en-IN" b="0" i="0" u="none" strike="noStrike" baseline="0" dirty="0">
                <a:latin typeface="Times-Roman"/>
              </a:rPr>
              <a:t>layer.</a:t>
            </a:r>
            <a:endParaRPr lang="en-IN" dirty="0"/>
          </a:p>
        </p:txBody>
      </p:sp>
      <p:sp>
        <p:nvSpPr>
          <p:cNvPr id="7" name="Slide Number Placeholder 6">
            <a:extLst>
              <a:ext uri="{FF2B5EF4-FFF2-40B4-BE49-F238E27FC236}">
                <a16:creationId xmlns:a16="http://schemas.microsoft.com/office/drawing/2014/main" xmlns="" id="{5BA1938C-5352-E13B-6CB4-07C68493CE6D}"/>
              </a:ext>
            </a:extLst>
          </p:cNvPr>
          <p:cNvSpPr>
            <a:spLocks noGrp="1"/>
          </p:cNvSpPr>
          <p:nvPr>
            <p:ph type="sldNum" sz="quarter" idx="10"/>
          </p:nvPr>
        </p:nvSpPr>
        <p:spPr/>
        <p:txBody>
          <a:bodyPr/>
          <a:lstStyle/>
          <a:p>
            <a:fld id="{68151E55-6873-49E2-B8D5-2F265E6F1973}" type="slidenum">
              <a:rPr lang="en-US" smtClean="0"/>
              <a:pPr/>
              <a:t>92</a:t>
            </a:fld>
            <a:endParaRPr lang="en-US"/>
          </a:p>
        </p:txBody>
      </p:sp>
      <p:pic>
        <p:nvPicPr>
          <p:cNvPr id="13" name="Picture 12">
            <a:extLst>
              <a:ext uri="{FF2B5EF4-FFF2-40B4-BE49-F238E27FC236}">
                <a16:creationId xmlns:a16="http://schemas.microsoft.com/office/drawing/2014/main" xmlns="" id="{A820CE24-F8AB-3A06-653E-7E546EB36217}"/>
              </a:ext>
            </a:extLst>
          </p:cNvPr>
          <p:cNvPicPr>
            <a:picLocks noChangeAspect="1"/>
          </p:cNvPicPr>
          <p:nvPr/>
        </p:nvPicPr>
        <p:blipFill>
          <a:blip r:embed="rId2"/>
          <a:stretch>
            <a:fillRect/>
          </a:stretch>
        </p:blipFill>
        <p:spPr>
          <a:xfrm>
            <a:off x="306529" y="4276578"/>
            <a:ext cx="8530941" cy="2166425"/>
          </a:xfrm>
          <a:prstGeom prst="rect">
            <a:avLst/>
          </a:prstGeom>
        </p:spPr>
      </p:pic>
    </p:spTree>
    <p:extLst>
      <p:ext uri="{BB962C8B-B14F-4D97-AF65-F5344CB8AC3E}">
        <p14:creationId xmlns:p14="http://schemas.microsoft.com/office/powerpoint/2010/main" xmlns="" val="379758101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B78D2796-D2D4-2A26-CF52-2AE74C76053E}"/>
              </a:ext>
            </a:extLst>
          </p:cNvPr>
          <p:cNvSpPr>
            <a:spLocks noGrp="1"/>
          </p:cNvSpPr>
          <p:nvPr>
            <p:ph type="title"/>
          </p:nvPr>
        </p:nvSpPr>
        <p:spPr/>
        <p:txBody>
          <a:bodyPr/>
          <a:lstStyle/>
          <a:p>
            <a:r>
              <a:rPr lang="en-IN" sz="2800" b="0" i="0" u="none" strike="noStrike" baseline="0" dirty="0">
                <a:solidFill>
                  <a:srgbClr val="000000"/>
                </a:solidFill>
                <a:latin typeface="Lao UI" panose="020B0502040204020203" pitchFamily="34" charset="0"/>
              </a:rPr>
              <a:t/>
            </a:r>
            <a:br>
              <a:rPr lang="en-IN" sz="2800" b="0" i="0" u="none" strike="noStrike" baseline="0" dirty="0">
                <a:solidFill>
                  <a:srgbClr val="000000"/>
                </a:solidFill>
                <a:latin typeface="Lao UI" panose="020B0502040204020203" pitchFamily="34" charset="0"/>
              </a:rPr>
            </a:br>
            <a:r>
              <a:rPr lang="en-IN" sz="2800" b="0" i="0" u="none" strike="noStrike" baseline="0" dirty="0">
                <a:solidFill>
                  <a:srgbClr val="000000"/>
                </a:solidFill>
                <a:latin typeface="Lao UI" panose="020B0502040204020203" pitchFamily="34" charset="0"/>
              </a:rPr>
              <a:t> </a:t>
            </a:r>
            <a:r>
              <a:rPr lang="en-IN" sz="3200" dirty="0"/>
              <a:t>Transmission Media</a:t>
            </a:r>
            <a:r>
              <a:rPr lang="en-IN" sz="1800" b="0" i="0" u="none" strike="noStrike" baseline="0" dirty="0">
                <a:solidFill>
                  <a:srgbClr val="000000"/>
                </a:solidFill>
                <a:latin typeface="Lao UI" panose="020B0502040204020203" pitchFamily="34" charset="0"/>
              </a:rPr>
              <a:t/>
            </a:r>
            <a:br>
              <a:rPr lang="en-IN" sz="1800" b="0" i="0" u="none" strike="noStrike" baseline="0" dirty="0">
                <a:solidFill>
                  <a:srgbClr val="000000"/>
                </a:solidFill>
                <a:latin typeface="Lao UI" panose="020B0502040204020203" pitchFamily="34" charset="0"/>
              </a:rPr>
            </a:br>
            <a:endParaRPr lang="en-IN" dirty="0"/>
          </a:p>
        </p:txBody>
      </p:sp>
      <p:sp>
        <p:nvSpPr>
          <p:cNvPr id="9" name="Content Placeholder 8">
            <a:extLst>
              <a:ext uri="{FF2B5EF4-FFF2-40B4-BE49-F238E27FC236}">
                <a16:creationId xmlns:a16="http://schemas.microsoft.com/office/drawing/2014/main" xmlns="" id="{7B5965D2-0B12-7854-5EDD-C82D97A2EE44}"/>
              </a:ext>
            </a:extLst>
          </p:cNvPr>
          <p:cNvSpPr>
            <a:spLocks noGrp="1"/>
          </p:cNvSpPr>
          <p:nvPr>
            <p:ph sz="quarter" idx="11"/>
          </p:nvPr>
        </p:nvSpPr>
        <p:spPr/>
        <p:txBody>
          <a:bodyPr/>
          <a:lstStyle/>
          <a:p>
            <a:pPr algn="just"/>
            <a:r>
              <a:rPr lang="en-US" b="0" i="0" u="none" strike="noStrike" baseline="0" dirty="0">
                <a:latin typeface="+mj-lt"/>
              </a:rPr>
              <a:t>A </a:t>
            </a:r>
            <a:r>
              <a:rPr lang="en-US" b="1" i="0" u="none" strike="noStrike" baseline="0" dirty="0">
                <a:latin typeface="+mj-lt"/>
              </a:rPr>
              <a:t>transmission medium </a:t>
            </a:r>
            <a:r>
              <a:rPr lang="en-US" b="0" i="0" u="none" strike="noStrike" baseline="0" dirty="0">
                <a:latin typeface="+mj-lt"/>
              </a:rPr>
              <a:t>can be broadly defined as anything that can carry information from a source to a destination.</a:t>
            </a:r>
          </a:p>
          <a:p>
            <a:pPr algn="just"/>
            <a:r>
              <a:rPr lang="en-US" b="0" i="0" u="none" strike="noStrike" baseline="0" dirty="0">
                <a:latin typeface="+mj-lt"/>
              </a:rPr>
              <a:t> </a:t>
            </a:r>
            <a:r>
              <a:rPr lang="en-US" b="1" i="0" u="none" strike="noStrike" baseline="0" dirty="0">
                <a:latin typeface="+mj-lt"/>
              </a:rPr>
              <a:t>For example</a:t>
            </a:r>
            <a:r>
              <a:rPr lang="en-US" b="0" i="0" u="none" strike="noStrike" baseline="0" dirty="0">
                <a:latin typeface="+mj-lt"/>
              </a:rPr>
              <a:t>, the transmission medium for two people having a dinner conversation is the air. </a:t>
            </a:r>
          </a:p>
          <a:p>
            <a:pPr algn="just"/>
            <a:r>
              <a:rPr lang="en-US" b="0" i="0" u="none" strike="noStrike" baseline="0" dirty="0">
                <a:latin typeface="+mj-lt"/>
              </a:rPr>
              <a:t>For a written message, the transmission medium might be a mail carrier, a truck, or an airplane.</a:t>
            </a:r>
          </a:p>
          <a:p>
            <a:pPr algn="l"/>
            <a:r>
              <a:rPr lang="en-US" b="1" i="0" dirty="0">
                <a:latin typeface="+mj-lt"/>
              </a:rPr>
              <a:t>In data communications </a:t>
            </a:r>
            <a:r>
              <a:rPr lang="en-US" i="0" dirty="0">
                <a:latin typeface="+mj-lt"/>
              </a:rPr>
              <a:t>the definition of the information and the transmission medium is more specific.</a:t>
            </a:r>
          </a:p>
          <a:p>
            <a:pPr algn="l"/>
            <a:r>
              <a:rPr lang="en-US" i="0" dirty="0">
                <a:latin typeface="+mj-lt"/>
              </a:rPr>
              <a:t> The transmission medium is usually free space, metallic cable, or fiber-optic cable. </a:t>
            </a:r>
          </a:p>
          <a:p>
            <a:pPr algn="l"/>
            <a:r>
              <a:rPr lang="en-US" i="0" dirty="0">
                <a:latin typeface="+mj-lt"/>
              </a:rPr>
              <a:t>The information is usually a signal that is the result of a conversion of data from another form.</a:t>
            </a:r>
            <a:endParaRPr lang="en-IN" i="0" dirty="0">
              <a:latin typeface="+mj-lt"/>
            </a:endParaRPr>
          </a:p>
        </p:txBody>
      </p:sp>
      <p:sp>
        <p:nvSpPr>
          <p:cNvPr id="7" name="Slide Number Placeholder 6">
            <a:extLst>
              <a:ext uri="{FF2B5EF4-FFF2-40B4-BE49-F238E27FC236}">
                <a16:creationId xmlns:a16="http://schemas.microsoft.com/office/drawing/2014/main" xmlns="" id="{FCE1ACDE-3BBD-6178-2ABD-E052FF085F16}"/>
              </a:ext>
            </a:extLst>
          </p:cNvPr>
          <p:cNvSpPr>
            <a:spLocks noGrp="1"/>
          </p:cNvSpPr>
          <p:nvPr>
            <p:ph type="sldNum" sz="quarter" idx="10"/>
          </p:nvPr>
        </p:nvSpPr>
        <p:spPr/>
        <p:txBody>
          <a:bodyPr/>
          <a:lstStyle/>
          <a:p>
            <a:fld id="{68151E55-6873-49E2-B8D5-2F265E6F1973}" type="slidenum">
              <a:rPr lang="en-US" smtClean="0"/>
              <a:pPr/>
              <a:t>93</a:t>
            </a:fld>
            <a:endParaRPr lang="en-US"/>
          </a:p>
        </p:txBody>
      </p:sp>
    </p:spTree>
    <p:extLst>
      <p:ext uri="{BB962C8B-B14F-4D97-AF65-F5344CB8AC3E}">
        <p14:creationId xmlns:p14="http://schemas.microsoft.com/office/powerpoint/2010/main" xmlns="" val="12153042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CD65CA38-743A-80BD-C02E-9A7F16B87F87}"/>
              </a:ext>
            </a:extLst>
          </p:cNvPr>
          <p:cNvSpPr>
            <a:spLocks noGrp="1"/>
          </p:cNvSpPr>
          <p:nvPr>
            <p:ph type="title"/>
          </p:nvPr>
        </p:nvSpPr>
        <p:spPr/>
        <p:txBody>
          <a:bodyPr/>
          <a:lstStyle/>
          <a:p>
            <a:r>
              <a:rPr lang="en-IN" sz="1800" b="0" i="0" u="none" strike="noStrike" baseline="0" dirty="0">
                <a:solidFill>
                  <a:srgbClr val="000000"/>
                </a:solidFill>
                <a:latin typeface="Lao UI" panose="020B0502040204020203" pitchFamily="34" charset="0"/>
              </a:rPr>
              <a:t/>
            </a:r>
            <a:br>
              <a:rPr lang="en-IN" sz="1800" b="0" i="0" u="none" strike="noStrike" baseline="0" dirty="0">
                <a:solidFill>
                  <a:srgbClr val="000000"/>
                </a:solidFill>
                <a:latin typeface="Lao UI" panose="020B0502040204020203" pitchFamily="34" charset="0"/>
              </a:rPr>
            </a:br>
            <a:r>
              <a:rPr lang="en-IN" sz="1800" b="0" i="0" u="none" strike="noStrike" baseline="0" dirty="0">
                <a:solidFill>
                  <a:srgbClr val="000000"/>
                </a:solidFill>
                <a:latin typeface="Lao UI" panose="020B0502040204020203" pitchFamily="34" charset="0"/>
              </a:rPr>
              <a:t> </a:t>
            </a:r>
            <a:r>
              <a:rPr lang="en-IN" sz="3200" dirty="0"/>
              <a:t>Transmission Media</a:t>
            </a:r>
            <a:r>
              <a:rPr lang="en-IN" sz="1800" b="0" i="0" u="none" strike="noStrike" baseline="0" dirty="0">
                <a:solidFill>
                  <a:srgbClr val="000000"/>
                </a:solidFill>
                <a:latin typeface="Lao UI" panose="020B0502040204020203" pitchFamily="34" charset="0"/>
              </a:rPr>
              <a:t/>
            </a:r>
            <a:br>
              <a:rPr lang="en-IN" sz="1800" b="0" i="0" u="none" strike="noStrike" baseline="0" dirty="0">
                <a:solidFill>
                  <a:srgbClr val="000000"/>
                </a:solidFill>
                <a:latin typeface="Lao UI" panose="020B0502040204020203" pitchFamily="34" charset="0"/>
              </a:rPr>
            </a:br>
            <a:endParaRPr lang="en-IN" dirty="0"/>
          </a:p>
        </p:txBody>
      </p:sp>
      <p:sp>
        <p:nvSpPr>
          <p:cNvPr id="9" name="Content Placeholder 8">
            <a:extLst>
              <a:ext uri="{FF2B5EF4-FFF2-40B4-BE49-F238E27FC236}">
                <a16:creationId xmlns:a16="http://schemas.microsoft.com/office/drawing/2014/main" xmlns="" id="{DC79FCA3-D540-5DBF-1D60-B5459C0BD9CC}"/>
              </a:ext>
            </a:extLst>
          </p:cNvPr>
          <p:cNvSpPr>
            <a:spLocks noGrp="1"/>
          </p:cNvSpPr>
          <p:nvPr>
            <p:ph sz="quarter" idx="11"/>
          </p:nvPr>
        </p:nvSpPr>
        <p:spPr>
          <a:xfrm>
            <a:off x="342900" y="1098740"/>
            <a:ext cx="8458200" cy="4974336"/>
          </a:xfrm>
        </p:spPr>
        <p:txBody>
          <a:bodyPr/>
          <a:lstStyle/>
          <a:p>
            <a:pPr algn="l"/>
            <a:r>
              <a:rPr lang="en-US" i="0" dirty="0">
                <a:latin typeface="+mj-lt"/>
              </a:rPr>
              <a:t>In telecommunications, transmission media can be divided into two broad categories: </a:t>
            </a:r>
            <a:r>
              <a:rPr lang="en-US" b="1" i="0" dirty="0">
                <a:latin typeface="+mj-lt"/>
              </a:rPr>
              <a:t>guided and unguided</a:t>
            </a:r>
            <a:r>
              <a:rPr lang="en-US" i="0" dirty="0">
                <a:latin typeface="+mj-lt"/>
              </a:rPr>
              <a:t>. </a:t>
            </a:r>
          </a:p>
          <a:p>
            <a:pPr algn="l"/>
            <a:r>
              <a:rPr lang="en-US" b="1" i="0" dirty="0">
                <a:latin typeface="+mj-lt"/>
              </a:rPr>
              <a:t>Guided media </a:t>
            </a:r>
            <a:r>
              <a:rPr lang="en-US" i="0" dirty="0">
                <a:latin typeface="+mj-lt"/>
              </a:rPr>
              <a:t>include twisted-pair cable, coaxial cable, and fiber-optic cable. </a:t>
            </a:r>
          </a:p>
          <a:p>
            <a:pPr algn="l"/>
            <a:r>
              <a:rPr lang="en-US" b="1" i="0" dirty="0">
                <a:latin typeface="+mj-lt"/>
              </a:rPr>
              <a:t>Unguided medium </a:t>
            </a:r>
            <a:r>
              <a:rPr lang="en-US" i="0" dirty="0">
                <a:latin typeface="+mj-lt"/>
              </a:rPr>
              <a:t>is free space. </a:t>
            </a:r>
            <a:endParaRPr lang="en-IN" i="0" dirty="0">
              <a:latin typeface="+mj-lt"/>
            </a:endParaRPr>
          </a:p>
        </p:txBody>
      </p:sp>
      <p:sp>
        <p:nvSpPr>
          <p:cNvPr id="7" name="Slide Number Placeholder 6">
            <a:extLst>
              <a:ext uri="{FF2B5EF4-FFF2-40B4-BE49-F238E27FC236}">
                <a16:creationId xmlns:a16="http://schemas.microsoft.com/office/drawing/2014/main" xmlns="" id="{EF13D039-20BE-F8F6-108A-181E62A1FCB9}"/>
              </a:ext>
            </a:extLst>
          </p:cNvPr>
          <p:cNvSpPr>
            <a:spLocks noGrp="1"/>
          </p:cNvSpPr>
          <p:nvPr>
            <p:ph type="sldNum" sz="quarter" idx="10"/>
          </p:nvPr>
        </p:nvSpPr>
        <p:spPr/>
        <p:txBody>
          <a:bodyPr/>
          <a:lstStyle/>
          <a:p>
            <a:fld id="{68151E55-6873-49E2-B8D5-2F265E6F1973}" type="slidenum">
              <a:rPr lang="en-US" smtClean="0"/>
              <a:pPr/>
              <a:t>94</a:t>
            </a:fld>
            <a:endParaRPr lang="en-US"/>
          </a:p>
        </p:txBody>
      </p:sp>
      <p:pic>
        <p:nvPicPr>
          <p:cNvPr id="13" name="Picture 12">
            <a:extLst>
              <a:ext uri="{FF2B5EF4-FFF2-40B4-BE49-F238E27FC236}">
                <a16:creationId xmlns:a16="http://schemas.microsoft.com/office/drawing/2014/main" xmlns="" id="{F1BE5078-8735-4467-C4DE-4721E0C5D82B}"/>
              </a:ext>
            </a:extLst>
          </p:cNvPr>
          <p:cNvPicPr>
            <a:picLocks noChangeAspect="1"/>
          </p:cNvPicPr>
          <p:nvPr/>
        </p:nvPicPr>
        <p:blipFill>
          <a:blip r:embed="rId2"/>
          <a:stretch>
            <a:fillRect/>
          </a:stretch>
        </p:blipFill>
        <p:spPr>
          <a:xfrm>
            <a:off x="1003664" y="3498359"/>
            <a:ext cx="6840436" cy="2351754"/>
          </a:xfrm>
          <a:prstGeom prst="rect">
            <a:avLst/>
          </a:prstGeom>
        </p:spPr>
      </p:pic>
    </p:spTree>
    <p:extLst>
      <p:ext uri="{BB962C8B-B14F-4D97-AF65-F5344CB8AC3E}">
        <p14:creationId xmlns:p14="http://schemas.microsoft.com/office/powerpoint/2010/main" xmlns="" val="320484277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6369F1-39CB-113D-6A38-C9DD9859C74E}"/>
              </a:ext>
            </a:extLst>
          </p:cNvPr>
          <p:cNvSpPr>
            <a:spLocks noGrp="1"/>
          </p:cNvSpPr>
          <p:nvPr>
            <p:ph type="title"/>
          </p:nvPr>
        </p:nvSpPr>
        <p:spPr/>
        <p:txBody>
          <a:bodyPr/>
          <a:lstStyle/>
          <a:p>
            <a:r>
              <a:rPr lang="en-IN" sz="2800" dirty="0"/>
              <a:t>Unguided Media: Wireless</a:t>
            </a:r>
          </a:p>
        </p:txBody>
      </p:sp>
      <p:sp>
        <p:nvSpPr>
          <p:cNvPr id="3" name="Content Placeholder 2">
            <a:extLst>
              <a:ext uri="{FF2B5EF4-FFF2-40B4-BE49-F238E27FC236}">
                <a16:creationId xmlns:a16="http://schemas.microsoft.com/office/drawing/2014/main" xmlns="" id="{6A60487F-A5DE-1A20-3D68-C575D0A22081}"/>
              </a:ext>
            </a:extLst>
          </p:cNvPr>
          <p:cNvSpPr>
            <a:spLocks noGrp="1"/>
          </p:cNvSpPr>
          <p:nvPr>
            <p:ph sz="quarter" idx="11"/>
          </p:nvPr>
        </p:nvSpPr>
        <p:spPr>
          <a:xfrm>
            <a:off x="367152" y="1033381"/>
            <a:ext cx="8458200" cy="2377440"/>
          </a:xfrm>
        </p:spPr>
        <p:txBody>
          <a:bodyPr/>
          <a:lstStyle/>
          <a:p>
            <a:pPr marL="342900" indent="-342900" algn="l">
              <a:buFont typeface="Arial" panose="020B0604020202020204" pitchFamily="34" charset="0"/>
              <a:buChar char="•"/>
            </a:pPr>
            <a:r>
              <a:rPr lang="en-US" b="1" i="0" u="none" strike="noStrike" baseline="0" dirty="0">
                <a:latin typeface="Times-Bold"/>
              </a:rPr>
              <a:t>Unguided medium </a:t>
            </a:r>
            <a:r>
              <a:rPr lang="en-US" b="0" i="0" u="none" strike="noStrike" baseline="0" dirty="0">
                <a:latin typeface="Times-Roman"/>
              </a:rPr>
              <a:t>transport electromagnetic waves without using a physical conductor.</a:t>
            </a:r>
          </a:p>
          <a:p>
            <a:pPr marL="342900" indent="-342900" algn="l">
              <a:buFont typeface="Arial" panose="020B0604020202020204" pitchFamily="34" charset="0"/>
              <a:buChar char="•"/>
            </a:pPr>
            <a:r>
              <a:rPr lang="en-US" b="0" i="0" u="none" strike="noStrike" baseline="0" dirty="0">
                <a:latin typeface="Times-Roman"/>
              </a:rPr>
              <a:t>This type of communication is often referred to as </a:t>
            </a:r>
            <a:r>
              <a:rPr lang="en-US" b="1" i="1" u="none" strike="noStrike" baseline="0" dirty="0">
                <a:latin typeface="Times-BoldItalic"/>
              </a:rPr>
              <a:t>wireless communication</a:t>
            </a:r>
            <a:r>
              <a:rPr lang="en-US" b="1" i="0" u="none" strike="noStrike" baseline="0" dirty="0">
                <a:latin typeface="Times-Bold"/>
              </a:rPr>
              <a:t>. </a:t>
            </a:r>
          </a:p>
          <a:p>
            <a:pPr marL="342900" indent="-342900" algn="l">
              <a:buFont typeface="Arial" panose="020B0604020202020204" pitchFamily="34" charset="0"/>
              <a:buChar char="•"/>
            </a:pPr>
            <a:r>
              <a:rPr lang="en-US" b="0" i="0" u="none" strike="noStrike" baseline="0" dirty="0">
                <a:latin typeface="Times-Roman"/>
              </a:rPr>
              <a:t>Signals</a:t>
            </a:r>
            <a:r>
              <a:rPr lang="en-US" i="0" dirty="0">
                <a:latin typeface="Times-Roman"/>
              </a:rPr>
              <a:t> </a:t>
            </a:r>
            <a:r>
              <a:rPr lang="en-US" b="0" i="0" u="none" strike="noStrike" baseline="0" dirty="0">
                <a:latin typeface="Times-Roman"/>
              </a:rPr>
              <a:t>are normally broadcast through free space and thus are available to anyone who has a device capable of receiving them.</a:t>
            </a:r>
            <a:endParaRPr lang="en-IN" sz="3200" dirty="0"/>
          </a:p>
        </p:txBody>
      </p:sp>
      <p:sp>
        <p:nvSpPr>
          <p:cNvPr id="4" name="Content Placeholder 3">
            <a:extLst>
              <a:ext uri="{FF2B5EF4-FFF2-40B4-BE49-F238E27FC236}">
                <a16:creationId xmlns:a16="http://schemas.microsoft.com/office/drawing/2014/main" xmlns="" id="{A9075529-C400-1939-099D-5A2063CFFE2E}"/>
              </a:ext>
            </a:extLst>
          </p:cNvPr>
          <p:cNvSpPr>
            <a:spLocks noGrp="1"/>
          </p:cNvSpPr>
          <p:nvPr>
            <p:ph sz="quarter" idx="15"/>
          </p:nvPr>
        </p:nvSpPr>
        <p:spPr/>
        <p:txBody>
          <a:bodyPr/>
          <a:lstStyle/>
          <a:p>
            <a:endParaRPr lang="en-IN" dirty="0"/>
          </a:p>
        </p:txBody>
      </p:sp>
      <p:sp>
        <p:nvSpPr>
          <p:cNvPr id="5" name="Text Placeholder 4">
            <a:extLst>
              <a:ext uri="{FF2B5EF4-FFF2-40B4-BE49-F238E27FC236}">
                <a16:creationId xmlns:a16="http://schemas.microsoft.com/office/drawing/2014/main" xmlns="" id="{5767E00D-30E7-9F74-B6CE-A1B6A1724242}"/>
              </a:ext>
            </a:extLst>
          </p:cNvPr>
          <p:cNvSpPr>
            <a:spLocks noGrp="1"/>
          </p:cNvSpPr>
          <p:nvPr>
            <p:ph type="body" sz="quarter" idx="39"/>
          </p:nvPr>
        </p:nvSpPr>
        <p:spPr/>
        <p:txBody>
          <a:bodyPr/>
          <a:lstStyle/>
          <a:p>
            <a:endParaRPr lang="en-IN"/>
          </a:p>
        </p:txBody>
      </p:sp>
      <p:sp>
        <p:nvSpPr>
          <p:cNvPr id="6" name="Text Placeholder 5">
            <a:extLst>
              <a:ext uri="{FF2B5EF4-FFF2-40B4-BE49-F238E27FC236}">
                <a16:creationId xmlns:a16="http://schemas.microsoft.com/office/drawing/2014/main" xmlns="" id="{D72F3C9B-6ADD-D7B6-A94C-E29A5D357F37}"/>
              </a:ext>
            </a:extLst>
          </p:cNvPr>
          <p:cNvSpPr>
            <a:spLocks noGrp="1"/>
          </p:cNvSpPr>
          <p:nvPr>
            <p:ph type="body" sz="quarter" idx="40"/>
          </p:nvPr>
        </p:nvSpPr>
        <p:spPr/>
        <p:txBody>
          <a:bodyPr/>
          <a:lstStyle/>
          <a:p>
            <a:endParaRPr lang="en-IN"/>
          </a:p>
        </p:txBody>
      </p:sp>
      <p:sp>
        <p:nvSpPr>
          <p:cNvPr id="7" name="Slide Number Placeholder 6">
            <a:extLst>
              <a:ext uri="{FF2B5EF4-FFF2-40B4-BE49-F238E27FC236}">
                <a16:creationId xmlns:a16="http://schemas.microsoft.com/office/drawing/2014/main" xmlns="" id="{E1A09D53-A9AC-27FC-3720-CF114E646BAE}"/>
              </a:ext>
            </a:extLst>
          </p:cNvPr>
          <p:cNvSpPr>
            <a:spLocks noGrp="1"/>
          </p:cNvSpPr>
          <p:nvPr>
            <p:ph type="sldNum" sz="quarter" idx="10"/>
          </p:nvPr>
        </p:nvSpPr>
        <p:spPr/>
        <p:txBody>
          <a:bodyPr/>
          <a:lstStyle/>
          <a:p>
            <a:fld id="{68151E55-6873-49E2-B8D5-2F265E6F1973}" type="slidenum">
              <a:rPr lang="en-US" smtClean="0"/>
              <a:pPr/>
              <a:t>95</a:t>
            </a:fld>
            <a:endParaRPr lang="en-US"/>
          </a:p>
        </p:txBody>
      </p:sp>
      <p:pic>
        <p:nvPicPr>
          <p:cNvPr id="9" name="Picture 8">
            <a:extLst>
              <a:ext uri="{FF2B5EF4-FFF2-40B4-BE49-F238E27FC236}">
                <a16:creationId xmlns:a16="http://schemas.microsoft.com/office/drawing/2014/main" xmlns="" id="{E021D6E9-F803-AC6B-EA39-5676F02C8EDD}"/>
              </a:ext>
            </a:extLst>
          </p:cNvPr>
          <p:cNvPicPr>
            <a:picLocks noChangeAspect="1"/>
          </p:cNvPicPr>
          <p:nvPr/>
        </p:nvPicPr>
        <p:blipFill>
          <a:blip r:embed="rId2"/>
          <a:stretch>
            <a:fillRect/>
          </a:stretch>
        </p:blipFill>
        <p:spPr>
          <a:xfrm>
            <a:off x="714916" y="4014616"/>
            <a:ext cx="8110436" cy="1810003"/>
          </a:xfrm>
          <a:prstGeom prst="rect">
            <a:avLst/>
          </a:prstGeom>
        </p:spPr>
      </p:pic>
    </p:spTree>
    <p:extLst>
      <p:ext uri="{BB962C8B-B14F-4D97-AF65-F5344CB8AC3E}">
        <p14:creationId xmlns:p14="http://schemas.microsoft.com/office/powerpoint/2010/main" xmlns="" val="308792559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160CAB80-3460-AA7F-5B00-4239316DDDD2}"/>
              </a:ext>
            </a:extLst>
          </p:cNvPr>
          <p:cNvSpPr>
            <a:spLocks noGrp="1"/>
          </p:cNvSpPr>
          <p:nvPr>
            <p:ph type="title"/>
          </p:nvPr>
        </p:nvSpPr>
        <p:spPr/>
        <p:txBody>
          <a:bodyPr/>
          <a:lstStyle/>
          <a:p>
            <a:r>
              <a:rPr lang="en-IN" sz="3200" dirty="0"/>
              <a:t>Guided Media</a:t>
            </a:r>
          </a:p>
        </p:txBody>
      </p:sp>
      <p:sp>
        <p:nvSpPr>
          <p:cNvPr id="9" name="Content Placeholder 8">
            <a:extLst>
              <a:ext uri="{FF2B5EF4-FFF2-40B4-BE49-F238E27FC236}">
                <a16:creationId xmlns:a16="http://schemas.microsoft.com/office/drawing/2014/main" xmlns="" id="{9369703D-2440-6FFF-C197-35699AEFE617}"/>
              </a:ext>
            </a:extLst>
          </p:cNvPr>
          <p:cNvSpPr>
            <a:spLocks noGrp="1"/>
          </p:cNvSpPr>
          <p:nvPr>
            <p:ph sz="quarter" idx="11"/>
          </p:nvPr>
        </p:nvSpPr>
        <p:spPr/>
        <p:txBody>
          <a:bodyPr/>
          <a:lstStyle/>
          <a:p>
            <a:pPr algn="just"/>
            <a:r>
              <a:rPr lang="en-US" b="1" i="0" u="none" strike="noStrike" baseline="0" dirty="0">
                <a:latin typeface="+mn-lt"/>
              </a:rPr>
              <a:t>Guided media, </a:t>
            </a:r>
            <a:r>
              <a:rPr lang="en-US" b="0" i="0" u="none" strike="noStrike" baseline="0" dirty="0">
                <a:latin typeface="+mn-lt"/>
              </a:rPr>
              <a:t>which are those that provide a conduit from one device to another, include </a:t>
            </a:r>
            <a:r>
              <a:rPr lang="en-US" b="1" i="0" u="none" strike="noStrike" baseline="0" dirty="0">
                <a:latin typeface="+mn-lt"/>
              </a:rPr>
              <a:t>twisted-pair cable, coaxial cable, </a:t>
            </a:r>
            <a:r>
              <a:rPr lang="en-US" b="0" i="0" u="none" strike="noStrike" baseline="0" dirty="0">
                <a:latin typeface="+mn-lt"/>
              </a:rPr>
              <a:t>and </a:t>
            </a:r>
            <a:r>
              <a:rPr lang="en-US" b="1" i="0" u="none" strike="noStrike" baseline="0" dirty="0">
                <a:latin typeface="+mn-lt"/>
              </a:rPr>
              <a:t>fiber-optic cable. </a:t>
            </a:r>
          </a:p>
          <a:p>
            <a:pPr marL="342900" indent="-342900" algn="just">
              <a:buFont typeface="Arial" panose="020B0604020202020204" pitchFamily="34" charset="0"/>
              <a:buChar char="•"/>
            </a:pPr>
            <a:r>
              <a:rPr lang="en-US" b="0" i="0" u="none" strike="noStrike" baseline="0" dirty="0">
                <a:latin typeface="+mn-lt"/>
              </a:rPr>
              <a:t>A signal traveling along any of these media is directed and contained by the physical limits of the medium. </a:t>
            </a:r>
          </a:p>
          <a:p>
            <a:pPr marL="342900" indent="-342900" algn="just">
              <a:buFont typeface="Arial" panose="020B0604020202020204" pitchFamily="34" charset="0"/>
              <a:buChar char="•"/>
            </a:pPr>
            <a:r>
              <a:rPr lang="en-US" b="0" i="0" u="none" strike="noStrike" baseline="0" dirty="0">
                <a:latin typeface="+mn-lt"/>
              </a:rPr>
              <a:t>Twisted-pair and coaxial cable use metallic (copper) conductors that accept and transport signals in the form of electric.</a:t>
            </a:r>
          </a:p>
          <a:p>
            <a:pPr marL="342900" indent="-342900" algn="just">
              <a:buFont typeface="Arial" panose="020B0604020202020204" pitchFamily="34" charset="0"/>
              <a:buChar char="•"/>
            </a:pPr>
            <a:r>
              <a:rPr lang="en-US" sz="2400" b="0" i="0" u="none" strike="noStrike" baseline="0" dirty="0">
                <a:latin typeface="Times-Roman"/>
              </a:rPr>
              <a:t>A fiber-optic cable is made of glass or plastic and transmits signals in the form of light.</a:t>
            </a:r>
          </a:p>
          <a:p>
            <a:pPr marL="342900" indent="-342900" algn="just">
              <a:buFont typeface="Arial" panose="020B0604020202020204" pitchFamily="34" charset="0"/>
              <a:buChar char="•"/>
            </a:pPr>
            <a:endParaRPr lang="en-IN" dirty="0">
              <a:latin typeface="+mn-lt"/>
            </a:endParaRPr>
          </a:p>
        </p:txBody>
      </p:sp>
      <p:sp>
        <p:nvSpPr>
          <p:cNvPr id="10" name="Text Placeholder 9">
            <a:extLst>
              <a:ext uri="{FF2B5EF4-FFF2-40B4-BE49-F238E27FC236}">
                <a16:creationId xmlns:a16="http://schemas.microsoft.com/office/drawing/2014/main" xmlns="" id="{1549B327-A1A4-EEA7-8C13-5EE38051A5B4}"/>
              </a:ext>
            </a:extLst>
          </p:cNvPr>
          <p:cNvSpPr>
            <a:spLocks noGrp="1"/>
          </p:cNvSpPr>
          <p:nvPr>
            <p:ph type="body" sz="quarter" idx="39"/>
          </p:nvPr>
        </p:nvSpPr>
        <p:spPr/>
        <p:txBody>
          <a:bodyPr/>
          <a:lstStyle/>
          <a:p>
            <a:endParaRPr lang="en-IN"/>
          </a:p>
        </p:txBody>
      </p:sp>
      <p:sp>
        <p:nvSpPr>
          <p:cNvPr id="11" name="Text Placeholder 10">
            <a:extLst>
              <a:ext uri="{FF2B5EF4-FFF2-40B4-BE49-F238E27FC236}">
                <a16:creationId xmlns:a16="http://schemas.microsoft.com/office/drawing/2014/main" xmlns="" id="{F1DD13CC-8BBA-B3FE-C503-05DFF3288921}"/>
              </a:ext>
            </a:extLst>
          </p:cNvPr>
          <p:cNvSpPr>
            <a:spLocks noGrp="1"/>
          </p:cNvSpPr>
          <p:nvPr>
            <p:ph type="body" sz="quarter" idx="40"/>
          </p:nvPr>
        </p:nvSpPr>
        <p:spPr/>
        <p:txBody>
          <a:bodyPr/>
          <a:lstStyle/>
          <a:p>
            <a:endParaRPr lang="en-IN"/>
          </a:p>
        </p:txBody>
      </p:sp>
      <p:sp>
        <p:nvSpPr>
          <p:cNvPr id="7" name="Slide Number Placeholder 6">
            <a:extLst>
              <a:ext uri="{FF2B5EF4-FFF2-40B4-BE49-F238E27FC236}">
                <a16:creationId xmlns:a16="http://schemas.microsoft.com/office/drawing/2014/main" xmlns="" id="{2171AF24-B170-925F-4F2B-F13B3015AF67}"/>
              </a:ext>
            </a:extLst>
          </p:cNvPr>
          <p:cNvSpPr>
            <a:spLocks noGrp="1"/>
          </p:cNvSpPr>
          <p:nvPr>
            <p:ph type="sldNum" sz="quarter" idx="10"/>
          </p:nvPr>
        </p:nvSpPr>
        <p:spPr/>
        <p:txBody>
          <a:bodyPr/>
          <a:lstStyle/>
          <a:p>
            <a:fld id="{68151E55-6873-49E2-B8D5-2F265E6F1973}" type="slidenum">
              <a:rPr lang="en-US" smtClean="0"/>
              <a:pPr/>
              <a:t>96</a:t>
            </a:fld>
            <a:endParaRPr lang="en-US"/>
          </a:p>
        </p:txBody>
      </p:sp>
    </p:spTree>
    <p:extLst>
      <p:ext uri="{BB962C8B-B14F-4D97-AF65-F5344CB8AC3E}">
        <p14:creationId xmlns:p14="http://schemas.microsoft.com/office/powerpoint/2010/main" xmlns="" val="214788594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3618D659-1660-BDDC-A85F-A96BE8C225A4}"/>
              </a:ext>
            </a:extLst>
          </p:cNvPr>
          <p:cNvSpPr>
            <a:spLocks noGrp="1"/>
          </p:cNvSpPr>
          <p:nvPr>
            <p:ph type="title"/>
          </p:nvPr>
        </p:nvSpPr>
        <p:spPr/>
        <p:txBody>
          <a:bodyPr/>
          <a:lstStyle/>
          <a:p>
            <a:r>
              <a:rPr lang="en-IN" sz="3200" dirty="0"/>
              <a:t>Guided Media</a:t>
            </a:r>
          </a:p>
        </p:txBody>
      </p:sp>
      <p:sp>
        <p:nvSpPr>
          <p:cNvPr id="9" name="Content Placeholder 8">
            <a:extLst>
              <a:ext uri="{FF2B5EF4-FFF2-40B4-BE49-F238E27FC236}">
                <a16:creationId xmlns:a16="http://schemas.microsoft.com/office/drawing/2014/main" xmlns="" id="{62D3EFBE-A72D-F5D2-6E14-DB8FB66497EC}"/>
              </a:ext>
            </a:extLst>
          </p:cNvPr>
          <p:cNvSpPr>
            <a:spLocks noGrp="1"/>
          </p:cNvSpPr>
          <p:nvPr>
            <p:ph sz="quarter" idx="11"/>
          </p:nvPr>
        </p:nvSpPr>
        <p:spPr>
          <a:xfrm>
            <a:off x="342900" y="1089498"/>
            <a:ext cx="8458200" cy="5161548"/>
          </a:xfrm>
        </p:spPr>
        <p:txBody>
          <a:bodyPr/>
          <a:lstStyle/>
          <a:p>
            <a:r>
              <a:rPr lang="en-IN" sz="2800" b="1" dirty="0"/>
              <a:t>1. Twisted-Pair Cable</a:t>
            </a:r>
          </a:p>
          <a:p>
            <a:pPr algn="l"/>
            <a:r>
              <a:rPr lang="en-US" sz="2000" b="0" i="0" u="none" strike="noStrike" baseline="0" dirty="0">
                <a:latin typeface="Times-Roman"/>
              </a:rPr>
              <a:t>A twisted pair consists of two conductors (normally copper), each with its own plastic insulation, twisted together.</a:t>
            </a:r>
          </a:p>
          <a:p>
            <a:pPr algn="l"/>
            <a:endParaRPr lang="en-US" sz="1800" i="0" dirty="0">
              <a:latin typeface="Times-Roman"/>
            </a:endParaRPr>
          </a:p>
          <a:p>
            <a:pPr algn="l"/>
            <a:endParaRPr lang="en-US" sz="1800" b="1" i="0" u="none" strike="noStrike" baseline="0" dirty="0">
              <a:latin typeface="Times-Roman"/>
            </a:endParaRPr>
          </a:p>
          <a:p>
            <a:pPr algn="l"/>
            <a:endParaRPr lang="en-US" sz="1800" b="1" i="0" dirty="0">
              <a:latin typeface="Times-Roman"/>
            </a:endParaRPr>
          </a:p>
          <a:p>
            <a:pPr algn="l"/>
            <a:endParaRPr lang="en-US" sz="1800" b="1" i="0" u="none" strike="noStrike" baseline="0" dirty="0">
              <a:latin typeface="Times-Roman"/>
            </a:endParaRPr>
          </a:p>
          <a:p>
            <a:pPr algn="l"/>
            <a:endParaRPr lang="en-US" sz="1800" b="1" i="0" dirty="0">
              <a:latin typeface="Times-Roman"/>
            </a:endParaRPr>
          </a:p>
          <a:p>
            <a:pPr algn="l"/>
            <a:r>
              <a:rPr lang="en-US" sz="1800" b="0" i="0" u="none" strike="noStrike" baseline="0" dirty="0">
                <a:latin typeface="Times-Roman"/>
              </a:rPr>
              <a:t>One of the wires is used to carry signals to the receiver, and the other is used only</a:t>
            </a:r>
          </a:p>
          <a:p>
            <a:pPr algn="l"/>
            <a:r>
              <a:rPr lang="en-US" sz="1800" b="0" i="0" u="none" strike="noStrike" baseline="0" dirty="0">
                <a:latin typeface="Times-Roman"/>
              </a:rPr>
              <a:t>as a ground reference. </a:t>
            </a:r>
          </a:p>
          <a:p>
            <a:pPr algn="l"/>
            <a:r>
              <a:rPr lang="en-US" sz="1800" b="0" i="0" u="none" strike="noStrike" baseline="0" dirty="0">
                <a:latin typeface="Times-Roman"/>
              </a:rPr>
              <a:t>The receiver uses the difference between the two.</a:t>
            </a:r>
            <a:endParaRPr lang="en-US" sz="1800" b="1" i="0" u="none" strike="noStrike" baseline="0" dirty="0">
              <a:latin typeface="Times-Roman"/>
            </a:endParaRPr>
          </a:p>
          <a:p>
            <a:pPr algn="l"/>
            <a:r>
              <a:rPr lang="en-US" sz="1800" b="0" i="0" u="none" strike="noStrike" baseline="0" dirty="0">
                <a:latin typeface="Times-Roman"/>
              </a:rPr>
              <a:t>In addition to the signal sent by the sender on one of the wires, interference (noise)</a:t>
            </a:r>
          </a:p>
          <a:p>
            <a:pPr algn="l"/>
            <a:r>
              <a:rPr lang="en-US" sz="1800" b="0" i="0" u="none" strike="noStrike" baseline="0" dirty="0">
                <a:latin typeface="Times-Roman"/>
              </a:rPr>
              <a:t>and crosstalk may affect both wires and create unwanted signals.</a:t>
            </a:r>
            <a:endParaRPr lang="en-IN" sz="1800" b="1" i="0" u="none" strike="noStrike" baseline="0" dirty="0">
              <a:latin typeface="Times-Roman"/>
            </a:endParaRPr>
          </a:p>
          <a:p>
            <a:pPr algn="l"/>
            <a:endParaRPr lang="en-IN" b="1" dirty="0"/>
          </a:p>
        </p:txBody>
      </p:sp>
      <p:sp>
        <p:nvSpPr>
          <p:cNvPr id="10" name="Text Placeholder 9">
            <a:extLst>
              <a:ext uri="{FF2B5EF4-FFF2-40B4-BE49-F238E27FC236}">
                <a16:creationId xmlns:a16="http://schemas.microsoft.com/office/drawing/2014/main" xmlns="" id="{ACC6AA0F-E17F-FDA6-9749-64B4915B0A6B}"/>
              </a:ext>
            </a:extLst>
          </p:cNvPr>
          <p:cNvSpPr>
            <a:spLocks noGrp="1"/>
          </p:cNvSpPr>
          <p:nvPr>
            <p:ph type="body" sz="quarter" idx="39"/>
          </p:nvPr>
        </p:nvSpPr>
        <p:spPr/>
        <p:txBody>
          <a:bodyPr/>
          <a:lstStyle/>
          <a:p>
            <a:endParaRPr lang="en-IN"/>
          </a:p>
        </p:txBody>
      </p:sp>
      <p:sp>
        <p:nvSpPr>
          <p:cNvPr id="11" name="Text Placeholder 10">
            <a:extLst>
              <a:ext uri="{FF2B5EF4-FFF2-40B4-BE49-F238E27FC236}">
                <a16:creationId xmlns:a16="http://schemas.microsoft.com/office/drawing/2014/main" xmlns="" id="{4D09623E-68DA-99D1-2BEA-6358D522A566}"/>
              </a:ext>
            </a:extLst>
          </p:cNvPr>
          <p:cNvSpPr>
            <a:spLocks noGrp="1"/>
          </p:cNvSpPr>
          <p:nvPr>
            <p:ph type="body" sz="quarter" idx="40"/>
          </p:nvPr>
        </p:nvSpPr>
        <p:spPr/>
        <p:txBody>
          <a:bodyPr/>
          <a:lstStyle/>
          <a:p>
            <a:endParaRPr lang="en-IN"/>
          </a:p>
        </p:txBody>
      </p:sp>
      <p:sp>
        <p:nvSpPr>
          <p:cNvPr id="7" name="Slide Number Placeholder 6">
            <a:extLst>
              <a:ext uri="{FF2B5EF4-FFF2-40B4-BE49-F238E27FC236}">
                <a16:creationId xmlns:a16="http://schemas.microsoft.com/office/drawing/2014/main" xmlns="" id="{2A730B39-79AF-9E49-8C15-FD9FC4F08917}"/>
              </a:ext>
            </a:extLst>
          </p:cNvPr>
          <p:cNvSpPr>
            <a:spLocks noGrp="1"/>
          </p:cNvSpPr>
          <p:nvPr>
            <p:ph type="sldNum" sz="quarter" idx="10"/>
          </p:nvPr>
        </p:nvSpPr>
        <p:spPr/>
        <p:txBody>
          <a:bodyPr/>
          <a:lstStyle/>
          <a:p>
            <a:fld id="{68151E55-6873-49E2-B8D5-2F265E6F1973}" type="slidenum">
              <a:rPr lang="en-US" smtClean="0"/>
              <a:pPr/>
              <a:t>97</a:t>
            </a:fld>
            <a:endParaRPr lang="en-US"/>
          </a:p>
        </p:txBody>
      </p:sp>
      <p:pic>
        <p:nvPicPr>
          <p:cNvPr id="13" name="Picture 12">
            <a:extLst>
              <a:ext uri="{FF2B5EF4-FFF2-40B4-BE49-F238E27FC236}">
                <a16:creationId xmlns:a16="http://schemas.microsoft.com/office/drawing/2014/main" xmlns="" id="{7349C34A-E1E0-4898-0533-D713EFC8CA43}"/>
              </a:ext>
            </a:extLst>
          </p:cNvPr>
          <p:cNvPicPr>
            <a:picLocks noChangeAspect="1"/>
          </p:cNvPicPr>
          <p:nvPr/>
        </p:nvPicPr>
        <p:blipFill>
          <a:blip r:embed="rId2"/>
          <a:stretch>
            <a:fillRect/>
          </a:stretch>
        </p:blipFill>
        <p:spPr>
          <a:xfrm>
            <a:off x="689802" y="2399136"/>
            <a:ext cx="6781252" cy="1619904"/>
          </a:xfrm>
          <a:prstGeom prst="rect">
            <a:avLst/>
          </a:prstGeom>
        </p:spPr>
      </p:pic>
    </p:spTree>
    <p:extLst>
      <p:ext uri="{BB962C8B-B14F-4D97-AF65-F5344CB8AC3E}">
        <p14:creationId xmlns:p14="http://schemas.microsoft.com/office/powerpoint/2010/main" xmlns="" val="108323601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1028ADA2-DCAE-DD6C-D598-FD8E533143C8}"/>
              </a:ext>
            </a:extLst>
          </p:cNvPr>
          <p:cNvSpPr>
            <a:spLocks noGrp="1"/>
          </p:cNvSpPr>
          <p:nvPr>
            <p:ph type="title"/>
          </p:nvPr>
        </p:nvSpPr>
        <p:spPr/>
        <p:txBody>
          <a:bodyPr/>
          <a:lstStyle/>
          <a:p>
            <a:r>
              <a:rPr lang="en-IN" sz="3200" dirty="0"/>
              <a:t>Guided Media</a:t>
            </a:r>
          </a:p>
        </p:txBody>
      </p:sp>
      <p:sp>
        <p:nvSpPr>
          <p:cNvPr id="9" name="Content Placeholder 8">
            <a:extLst>
              <a:ext uri="{FF2B5EF4-FFF2-40B4-BE49-F238E27FC236}">
                <a16:creationId xmlns:a16="http://schemas.microsoft.com/office/drawing/2014/main" xmlns="" id="{66B7C995-04D7-BC55-EC5C-0C559275FD1A}"/>
              </a:ext>
            </a:extLst>
          </p:cNvPr>
          <p:cNvSpPr>
            <a:spLocks noGrp="1"/>
          </p:cNvSpPr>
          <p:nvPr>
            <p:ph sz="quarter" idx="11"/>
          </p:nvPr>
        </p:nvSpPr>
        <p:spPr/>
        <p:txBody>
          <a:bodyPr/>
          <a:lstStyle/>
          <a:p>
            <a:pPr marL="285750" indent="-285750" algn="just">
              <a:buFont typeface="Arial" panose="020B0604020202020204" pitchFamily="34" charset="0"/>
              <a:buChar char="•"/>
            </a:pPr>
            <a:r>
              <a:rPr lang="en-US" sz="2000" b="0" i="0" u="none" strike="noStrike" baseline="0" dirty="0">
                <a:latin typeface="Times-Roman"/>
              </a:rPr>
              <a:t>If the two wires are parallel, the effect of these unwanted signals is not the same in both wires because they are at different locations relative to the noise or crosstalk sources (e.g., one is closer and the other is farther). This results in a difference at the receiver.</a:t>
            </a:r>
          </a:p>
          <a:p>
            <a:pPr marL="285750" indent="-285750" algn="just">
              <a:buFont typeface="Arial" panose="020B0604020202020204" pitchFamily="34" charset="0"/>
              <a:buChar char="•"/>
            </a:pPr>
            <a:r>
              <a:rPr lang="en-US" sz="2000" b="0" i="0" u="none" strike="noStrike" baseline="0" dirty="0">
                <a:latin typeface="Times-Roman"/>
              </a:rPr>
              <a:t>By twisting the pairs, a balance is maintained. For example, suppose in one twist, one wire is closer to the noise source and the other is farther; in the next twist, the reverse is true. Twisting makes it probable that both wires are equally affected by external influences </a:t>
            </a:r>
            <a:r>
              <a:rPr lang="en-IN" sz="2000" b="0" i="0" u="none" strike="noStrike" baseline="0" dirty="0">
                <a:latin typeface="Times-Roman"/>
              </a:rPr>
              <a:t>(noise or crosstalk).</a:t>
            </a:r>
          </a:p>
          <a:p>
            <a:pPr algn="l"/>
            <a:r>
              <a:rPr lang="en-US" sz="1800" b="1" i="1" u="none" strike="noStrike" baseline="0" dirty="0">
                <a:solidFill>
                  <a:schemeClr val="tx1"/>
                </a:solidFill>
                <a:latin typeface="+mn-lt"/>
              </a:rPr>
              <a:t>Unshielded Versus Shielded Twisted-Pair Cable:</a:t>
            </a:r>
          </a:p>
          <a:p>
            <a:pPr marL="285750" indent="-285750" algn="just">
              <a:buFont typeface="Arial" panose="020B0604020202020204" pitchFamily="34" charset="0"/>
              <a:buChar char="•"/>
            </a:pPr>
            <a:r>
              <a:rPr lang="en-US" sz="1800" b="0" i="0" u="none" strike="noStrike" baseline="0" dirty="0">
                <a:latin typeface="Times-Roman"/>
              </a:rPr>
              <a:t>The most common twisted-pair cable used in communications is referred to as </a:t>
            </a:r>
            <a:r>
              <a:rPr lang="en-US" sz="1800" b="1" i="1" u="none" strike="noStrike" baseline="0" dirty="0">
                <a:latin typeface="Times-BoldItalic"/>
              </a:rPr>
              <a:t>unshielded twisted-pair </a:t>
            </a:r>
            <a:r>
              <a:rPr lang="en-US" sz="1800" b="1" i="0" u="none" strike="noStrike" baseline="0" dirty="0">
                <a:latin typeface="Times-Bold"/>
              </a:rPr>
              <a:t>(UTP). </a:t>
            </a:r>
            <a:r>
              <a:rPr lang="en-US" sz="1800" b="0" i="0" u="none" strike="noStrike" baseline="0" dirty="0">
                <a:latin typeface="Times-Roman"/>
              </a:rPr>
              <a:t>IBM has also produced a version of twisted-pair cable for its use, called </a:t>
            </a:r>
            <a:r>
              <a:rPr lang="en-US" sz="1800" b="1" i="1" u="none" strike="noStrike" baseline="0" dirty="0">
                <a:latin typeface="Times-BoldItalic"/>
              </a:rPr>
              <a:t>shielded twisted-pair </a:t>
            </a:r>
            <a:r>
              <a:rPr lang="en-US" sz="1800" b="1" i="0" u="none" strike="noStrike" baseline="0" dirty="0">
                <a:latin typeface="Times-Bold"/>
              </a:rPr>
              <a:t>(STP). </a:t>
            </a:r>
          </a:p>
          <a:p>
            <a:pPr marL="285750" indent="-285750" algn="just">
              <a:buFont typeface="Arial" panose="020B0604020202020204" pitchFamily="34" charset="0"/>
              <a:buChar char="•"/>
            </a:pPr>
            <a:r>
              <a:rPr lang="en-US" sz="1800" b="0" i="0" u="none" strike="noStrike" baseline="0" dirty="0">
                <a:latin typeface="Times-Roman"/>
              </a:rPr>
              <a:t>STP cable has a metal foil or braided mesh</a:t>
            </a:r>
            <a:r>
              <a:rPr lang="en-US" sz="1800" i="0" dirty="0">
                <a:latin typeface="Times-Roman"/>
              </a:rPr>
              <a:t> </a:t>
            </a:r>
            <a:r>
              <a:rPr lang="en-US" sz="1800" b="0" i="0" u="none" strike="noStrike" baseline="0" dirty="0">
                <a:latin typeface="Times-Roman"/>
              </a:rPr>
              <a:t>covering that encases each pair of insulated conductors. Although metal casing improves the quality of cable by preventing the penetration of noise or crosstalk, it is </a:t>
            </a:r>
            <a:r>
              <a:rPr lang="en-IN" sz="1800" b="0" i="0" u="none" strike="noStrike" baseline="0" dirty="0">
                <a:latin typeface="Times-Roman"/>
              </a:rPr>
              <a:t>bulkier and more expensive.</a:t>
            </a:r>
            <a:endParaRPr lang="en-US" sz="1800" b="1" i="1" u="none" strike="noStrike" baseline="0" dirty="0">
              <a:solidFill>
                <a:schemeClr val="tx1"/>
              </a:solidFill>
              <a:latin typeface="+mn-lt"/>
            </a:endParaRPr>
          </a:p>
          <a:p>
            <a:pPr algn="l"/>
            <a:endParaRPr lang="en-IN" sz="1800" b="1" i="0" u="none" strike="noStrike" baseline="0" dirty="0">
              <a:solidFill>
                <a:schemeClr val="tx1"/>
              </a:solidFill>
              <a:latin typeface="+mn-lt"/>
            </a:endParaRPr>
          </a:p>
          <a:p>
            <a:pPr algn="l"/>
            <a:endParaRPr lang="en-IN" dirty="0"/>
          </a:p>
        </p:txBody>
      </p:sp>
      <p:sp>
        <p:nvSpPr>
          <p:cNvPr id="7" name="Slide Number Placeholder 6">
            <a:extLst>
              <a:ext uri="{FF2B5EF4-FFF2-40B4-BE49-F238E27FC236}">
                <a16:creationId xmlns:a16="http://schemas.microsoft.com/office/drawing/2014/main" xmlns="" id="{337F5B76-09E7-A8B7-CC0F-BAFF846650B3}"/>
              </a:ext>
            </a:extLst>
          </p:cNvPr>
          <p:cNvSpPr>
            <a:spLocks noGrp="1"/>
          </p:cNvSpPr>
          <p:nvPr>
            <p:ph type="sldNum" sz="quarter" idx="10"/>
          </p:nvPr>
        </p:nvSpPr>
        <p:spPr/>
        <p:txBody>
          <a:bodyPr/>
          <a:lstStyle/>
          <a:p>
            <a:fld id="{68151E55-6873-49E2-B8D5-2F265E6F1973}" type="slidenum">
              <a:rPr lang="en-US" smtClean="0"/>
              <a:pPr/>
              <a:t>98</a:t>
            </a:fld>
            <a:endParaRPr lang="en-US"/>
          </a:p>
        </p:txBody>
      </p:sp>
    </p:spTree>
    <p:extLst>
      <p:ext uri="{BB962C8B-B14F-4D97-AF65-F5344CB8AC3E}">
        <p14:creationId xmlns:p14="http://schemas.microsoft.com/office/powerpoint/2010/main" xmlns="" val="388617632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BF9608-61F9-49F1-2823-C31C9399175B}"/>
              </a:ext>
            </a:extLst>
          </p:cNvPr>
          <p:cNvSpPr>
            <a:spLocks noGrp="1"/>
          </p:cNvSpPr>
          <p:nvPr>
            <p:ph type="title"/>
          </p:nvPr>
        </p:nvSpPr>
        <p:spPr/>
        <p:txBody>
          <a:bodyPr/>
          <a:lstStyle/>
          <a:p>
            <a:r>
              <a:rPr lang="en-IN" sz="3200" dirty="0"/>
              <a:t>Guided Media</a:t>
            </a:r>
          </a:p>
        </p:txBody>
      </p:sp>
      <p:pic>
        <p:nvPicPr>
          <p:cNvPr id="9" name="Content Placeholder 8">
            <a:extLst>
              <a:ext uri="{FF2B5EF4-FFF2-40B4-BE49-F238E27FC236}">
                <a16:creationId xmlns:a16="http://schemas.microsoft.com/office/drawing/2014/main" xmlns="" id="{EEF3B40F-1D52-3944-3A09-EC9526B2DBD4}"/>
              </a:ext>
            </a:extLst>
          </p:cNvPr>
          <p:cNvPicPr>
            <a:picLocks noGrp="1" noChangeAspect="1"/>
          </p:cNvPicPr>
          <p:nvPr>
            <p:ph sz="quarter" idx="11"/>
          </p:nvPr>
        </p:nvPicPr>
        <p:blipFill>
          <a:blip r:embed="rId2"/>
          <a:stretch>
            <a:fillRect/>
          </a:stretch>
        </p:blipFill>
        <p:spPr>
          <a:xfrm>
            <a:off x="1449421" y="1273637"/>
            <a:ext cx="6364543" cy="2371614"/>
          </a:xfrm>
        </p:spPr>
      </p:pic>
      <p:pic>
        <p:nvPicPr>
          <p:cNvPr id="11" name="Content Placeholder 10">
            <a:extLst>
              <a:ext uri="{FF2B5EF4-FFF2-40B4-BE49-F238E27FC236}">
                <a16:creationId xmlns:a16="http://schemas.microsoft.com/office/drawing/2014/main" xmlns="" id="{2F7E9754-63C0-3D22-8EE9-B14E866F4C2C}"/>
              </a:ext>
            </a:extLst>
          </p:cNvPr>
          <p:cNvPicPr>
            <a:picLocks noGrp="1" noChangeAspect="1"/>
          </p:cNvPicPr>
          <p:nvPr>
            <p:ph sz="quarter" idx="15"/>
          </p:nvPr>
        </p:nvPicPr>
        <p:blipFill>
          <a:blip r:embed="rId3"/>
          <a:stretch>
            <a:fillRect/>
          </a:stretch>
        </p:blipFill>
        <p:spPr>
          <a:xfrm>
            <a:off x="1196502" y="3873542"/>
            <a:ext cx="6760724" cy="2371615"/>
          </a:xfrm>
        </p:spPr>
      </p:pic>
      <p:sp>
        <p:nvSpPr>
          <p:cNvPr id="7" name="Slide Number Placeholder 6">
            <a:extLst>
              <a:ext uri="{FF2B5EF4-FFF2-40B4-BE49-F238E27FC236}">
                <a16:creationId xmlns:a16="http://schemas.microsoft.com/office/drawing/2014/main" xmlns="" id="{5653A61F-AC67-8C26-557D-572F165FDAC2}"/>
              </a:ext>
            </a:extLst>
          </p:cNvPr>
          <p:cNvSpPr>
            <a:spLocks noGrp="1"/>
          </p:cNvSpPr>
          <p:nvPr>
            <p:ph type="sldNum" sz="quarter" idx="10"/>
          </p:nvPr>
        </p:nvSpPr>
        <p:spPr/>
        <p:txBody>
          <a:bodyPr/>
          <a:lstStyle/>
          <a:p>
            <a:fld id="{68151E55-6873-49E2-B8D5-2F265E6F1973}" type="slidenum">
              <a:rPr lang="en-US" smtClean="0"/>
              <a:pPr/>
              <a:t>99</a:t>
            </a:fld>
            <a:endParaRPr lang="en-US"/>
          </a:p>
        </p:txBody>
      </p:sp>
    </p:spTree>
    <p:extLst>
      <p:ext uri="{BB962C8B-B14F-4D97-AF65-F5344CB8AC3E}">
        <p14:creationId xmlns:p14="http://schemas.microsoft.com/office/powerpoint/2010/main" xmlns="" val="160978181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90EB27-2FAE-109B-2DA5-057F27A2C90C}"/>
              </a:ext>
            </a:extLst>
          </p:cNvPr>
          <p:cNvSpPr>
            <a:spLocks noGrp="1"/>
          </p:cNvSpPr>
          <p:nvPr>
            <p:ph type="title"/>
          </p:nvPr>
        </p:nvSpPr>
        <p:spPr/>
        <p:txBody>
          <a:bodyPr/>
          <a:lstStyle/>
          <a:p>
            <a:r>
              <a:rPr lang="en-IN" sz="3200" dirty="0"/>
              <a:t>Guided Media</a:t>
            </a:r>
          </a:p>
        </p:txBody>
      </p:sp>
      <p:sp>
        <p:nvSpPr>
          <p:cNvPr id="8" name="Content Placeholder 7">
            <a:extLst>
              <a:ext uri="{FF2B5EF4-FFF2-40B4-BE49-F238E27FC236}">
                <a16:creationId xmlns:a16="http://schemas.microsoft.com/office/drawing/2014/main" xmlns="" id="{2B062835-8DB0-B8A6-67FF-325B34107DB7}"/>
              </a:ext>
            </a:extLst>
          </p:cNvPr>
          <p:cNvSpPr>
            <a:spLocks noGrp="1"/>
          </p:cNvSpPr>
          <p:nvPr>
            <p:ph sz="quarter" idx="11"/>
          </p:nvPr>
        </p:nvSpPr>
        <p:spPr/>
        <p:txBody>
          <a:bodyPr/>
          <a:lstStyle/>
          <a:p>
            <a:pPr algn="l"/>
            <a:r>
              <a:rPr lang="en-IN" b="1" i="1" u="none" strike="noStrike" baseline="0" dirty="0">
                <a:solidFill>
                  <a:schemeClr val="tx1"/>
                </a:solidFill>
                <a:latin typeface="Times-BoldItalic"/>
              </a:rPr>
              <a:t>Connectors</a:t>
            </a:r>
          </a:p>
          <a:p>
            <a:pPr algn="l"/>
            <a:r>
              <a:rPr lang="en-US" sz="2000" b="0" i="0" u="none" strike="noStrike" baseline="0" dirty="0">
                <a:solidFill>
                  <a:srgbClr val="000000"/>
                </a:solidFill>
                <a:latin typeface="Times-Roman"/>
              </a:rPr>
              <a:t>The most common UTP connector is </a:t>
            </a:r>
            <a:r>
              <a:rPr lang="en-US" sz="2000" b="1" i="0" u="none" strike="noStrike" baseline="0" dirty="0">
                <a:solidFill>
                  <a:srgbClr val="000000"/>
                </a:solidFill>
                <a:latin typeface="Times-Bold"/>
              </a:rPr>
              <a:t>RJ45 </a:t>
            </a:r>
            <a:r>
              <a:rPr lang="en-US" sz="2000" b="0" i="0" u="none" strike="noStrike" baseline="0" dirty="0">
                <a:solidFill>
                  <a:srgbClr val="000000"/>
                </a:solidFill>
                <a:latin typeface="Times-Roman"/>
              </a:rPr>
              <a:t>(RJ stands for registered jack), as shown in Figure. </a:t>
            </a:r>
          </a:p>
          <a:p>
            <a:pPr algn="l"/>
            <a:r>
              <a:rPr lang="en-US" sz="2000" b="0" i="0" u="none" strike="noStrike" baseline="0" dirty="0">
                <a:solidFill>
                  <a:srgbClr val="000000"/>
                </a:solidFill>
                <a:latin typeface="Times-Roman"/>
              </a:rPr>
              <a:t>The RJ45 is a keyed connector, meaning the connector can be inserted in </a:t>
            </a:r>
            <a:r>
              <a:rPr lang="en-IN" sz="2000" b="0" i="0" u="none" strike="noStrike" baseline="0" dirty="0">
                <a:solidFill>
                  <a:srgbClr val="000000"/>
                </a:solidFill>
                <a:latin typeface="Times-Roman"/>
              </a:rPr>
              <a:t>only one way</a:t>
            </a:r>
            <a:r>
              <a:rPr lang="en-IN" sz="1800" b="0" i="0" u="none" strike="noStrike" baseline="0" dirty="0">
                <a:solidFill>
                  <a:srgbClr val="000000"/>
                </a:solidFill>
                <a:latin typeface="Times-Roman"/>
              </a:rPr>
              <a:t>.</a:t>
            </a:r>
          </a:p>
          <a:p>
            <a:pPr algn="l"/>
            <a:endParaRPr lang="en-IN" sz="1800" i="0" dirty="0">
              <a:solidFill>
                <a:srgbClr val="000000"/>
              </a:solidFill>
              <a:latin typeface="Times-Roman"/>
            </a:endParaRPr>
          </a:p>
          <a:p>
            <a:pPr algn="l"/>
            <a:endParaRPr lang="en-IN" sz="1800" b="0" i="0" u="none" strike="noStrike" baseline="0" dirty="0">
              <a:solidFill>
                <a:srgbClr val="000000"/>
              </a:solidFill>
              <a:latin typeface="Times-Roman"/>
            </a:endParaRPr>
          </a:p>
          <a:p>
            <a:pPr algn="l"/>
            <a:endParaRPr lang="en-IN" sz="1800" i="0" dirty="0">
              <a:solidFill>
                <a:srgbClr val="000000"/>
              </a:solidFill>
              <a:latin typeface="Times-Roman"/>
            </a:endParaRPr>
          </a:p>
          <a:p>
            <a:pPr algn="l"/>
            <a:endParaRPr lang="en-IN" sz="1800" b="0" i="0" u="none" strike="noStrike" baseline="0" dirty="0">
              <a:solidFill>
                <a:srgbClr val="000000"/>
              </a:solidFill>
              <a:latin typeface="Times-Roman"/>
            </a:endParaRPr>
          </a:p>
          <a:p>
            <a:pPr algn="l"/>
            <a:endParaRPr lang="en-IN" sz="1800" i="0" dirty="0">
              <a:solidFill>
                <a:srgbClr val="000000"/>
              </a:solidFill>
              <a:latin typeface="Times-Roman"/>
            </a:endParaRPr>
          </a:p>
          <a:p>
            <a:pPr algn="l"/>
            <a:endParaRPr lang="en-IN" sz="1800" b="0" i="0" u="none" strike="noStrike" baseline="0" dirty="0">
              <a:solidFill>
                <a:schemeClr val="tx1"/>
              </a:solidFill>
              <a:latin typeface="Times-Roman"/>
            </a:endParaRPr>
          </a:p>
          <a:p>
            <a:pPr algn="l"/>
            <a:endParaRPr lang="en-IN" dirty="0"/>
          </a:p>
        </p:txBody>
      </p:sp>
      <p:sp>
        <p:nvSpPr>
          <p:cNvPr id="9" name="Text Placeholder 8">
            <a:extLst>
              <a:ext uri="{FF2B5EF4-FFF2-40B4-BE49-F238E27FC236}">
                <a16:creationId xmlns:a16="http://schemas.microsoft.com/office/drawing/2014/main" xmlns="" id="{C1D2769F-49C9-582F-0B1F-0FA0E563327A}"/>
              </a:ext>
            </a:extLst>
          </p:cNvPr>
          <p:cNvSpPr>
            <a:spLocks noGrp="1"/>
          </p:cNvSpPr>
          <p:nvPr>
            <p:ph type="body" sz="quarter" idx="39"/>
          </p:nvPr>
        </p:nvSpPr>
        <p:spPr/>
        <p:txBody>
          <a:bodyPr/>
          <a:lstStyle/>
          <a:p>
            <a:endParaRPr lang="en-IN"/>
          </a:p>
        </p:txBody>
      </p:sp>
      <p:sp>
        <p:nvSpPr>
          <p:cNvPr id="10" name="Text Placeholder 9">
            <a:extLst>
              <a:ext uri="{FF2B5EF4-FFF2-40B4-BE49-F238E27FC236}">
                <a16:creationId xmlns:a16="http://schemas.microsoft.com/office/drawing/2014/main" xmlns="" id="{51E64135-0151-F43A-BBF9-6C5B4CAFFF9C}"/>
              </a:ext>
            </a:extLst>
          </p:cNvPr>
          <p:cNvSpPr>
            <a:spLocks noGrp="1"/>
          </p:cNvSpPr>
          <p:nvPr>
            <p:ph type="body" sz="quarter" idx="40"/>
          </p:nvPr>
        </p:nvSpPr>
        <p:spPr/>
        <p:txBody>
          <a:bodyPr/>
          <a:lstStyle/>
          <a:p>
            <a:endParaRPr lang="en-IN"/>
          </a:p>
        </p:txBody>
      </p:sp>
      <p:sp>
        <p:nvSpPr>
          <p:cNvPr id="7" name="Slide Number Placeholder 6">
            <a:extLst>
              <a:ext uri="{FF2B5EF4-FFF2-40B4-BE49-F238E27FC236}">
                <a16:creationId xmlns:a16="http://schemas.microsoft.com/office/drawing/2014/main" xmlns="" id="{779C4241-E5F4-B27A-C734-DF5974DCC848}"/>
              </a:ext>
            </a:extLst>
          </p:cNvPr>
          <p:cNvSpPr>
            <a:spLocks noGrp="1"/>
          </p:cNvSpPr>
          <p:nvPr>
            <p:ph type="sldNum" sz="quarter" idx="10"/>
          </p:nvPr>
        </p:nvSpPr>
        <p:spPr/>
        <p:txBody>
          <a:bodyPr/>
          <a:lstStyle/>
          <a:p>
            <a:fld id="{68151E55-6873-49E2-B8D5-2F265E6F1973}" type="slidenum">
              <a:rPr lang="en-US" smtClean="0"/>
              <a:pPr/>
              <a:t>100</a:t>
            </a:fld>
            <a:endParaRPr lang="en-US"/>
          </a:p>
        </p:txBody>
      </p:sp>
      <p:pic>
        <p:nvPicPr>
          <p:cNvPr id="12" name="Picture 11">
            <a:extLst>
              <a:ext uri="{FF2B5EF4-FFF2-40B4-BE49-F238E27FC236}">
                <a16:creationId xmlns:a16="http://schemas.microsoft.com/office/drawing/2014/main" xmlns="" id="{A89EF806-3E02-ECE3-7DD8-CBFDD5621668}"/>
              </a:ext>
            </a:extLst>
          </p:cNvPr>
          <p:cNvPicPr>
            <a:picLocks noChangeAspect="1"/>
          </p:cNvPicPr>
          <p:nvPr/>
        </p:nvPicPr>
        <p:blipFill>
          <a:blip r:embed="rId2"/>
          <a:stretch>
            <a:fillRect/>
          </a:stretch>
        </p:blipFill>
        <p:spPr>
          <a:xfrm>
            <a:off x="1415418" y="3429000"/>
            <a:ext cx="6055423" cy="2411618"/>
          </a:xfrm>
          <a:prstGeom prst="rect">
            <a:avLst/>
          </a:prstGeom>
        </p:spPr>
      </p:pic>
    </p:spTree>
    <p:extLst>
      <p:ext uri="{BB962C8B-B14F-4D97-AF65-F5344CB8AC3E}">
        <p14:creationId xmlns:p14="http://schemas.microsoft.com/office/powerpoint/2010/main" xmlns="" val="102452057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xmlns="" id="{1FE747FC-060E-8E1A-51B6-16E34F37E56E}"/>
              </a:ext>
            </a:extLst>
          </p:cNvPr>
          <p:cNvSpPr>
            <a:spLocks noGrp="1"/>
          </p:cNvSpPr>
          <p:nvPr>
            <p:ph type="title"/>
          </p:nvPr>
        </p:nvSpPr>
        <p:spPr/>
        <p:txBody>
          <a:bodyPr/>
          <a:lstStyle/>
          <a:p>
            <a:r>
              <a:rPr lang="en-IN" dirty="0"/>
              <a:t>Guided Media</a:t>
            </a:r>
          </a:p>
        </p:txBody>
      </p:sp>
      <p:sp>
        <p:nvSpPr>
          <p:cNvPr id="11" name="Content Placeholder 10">
            <a:extLst>
              <a:ext uri="{FF2B5EF4-FFF2-40B4-BE49-F238E27FC236}">
                <a16:creationId xmlns:a16="http://schemas.microsoft.com/office/drawing/2014/main" xmlns="" id="{E2A2B74A-D0A1-90CE-A6D8-39B0832FAE7E}"/>
              </a:ext>
            </a:extLst>
          </p:cNvPr>
          <p:cNvSpPr>
            <a:spLocks noGrp="1"/>
          </p:cNvSpPr>
          <p:nvPr>
            <p:ph sz="quarter" idx="11"/>
          </p:nvPr>
        </p:nvSpPr>
        <p:spPr/>
        <p:txBody>
          <a:bodyPr/>
          <a:lstStyle/>
          <a:p>
            <a:pPr algn="l"/>
            <a:r>
              <a:rPr lang="en-US" sz="1800" b="0" i="0" u="none" strike="noStrike" baseline="0" dirty="0">
                <a:latin typeface="Times-Roman"/>
              </a:rPr>
              <a:t>Figure 7.6 shows that with increasing frequency, the attenuation, measured in</a:t>
            </a:r>
          </a:p>
          <a:p>
            <a:pPr algn="l"/>
            <a:r>
              <a:rPr lang="en-US" sz="1800" b="0" i="0" u="none" strike="noStrike" baseline="0" dirty="0">
                <a:latin typeface="Times-Roman"/>
              </a:rPr>
              <a:t>decibels per kilometer (dB/km), sharply increases with frequencies above 100 kHz. Note</a:t>
            </a:r>
          </a:p>
          <a:p>
            <a:pPr algn="l"/>
            <a:r>
              <a:rPr lang="en-US" sz="1800" b="0" i="0" u="none" strike="noStrike" baseline="0" dirty="0">
                <a:latin typeface="Times-Roman"/>
              </a:rPr>
              <a:t>that </a:t>
            </a:r>
            <a:r>
              <a:rPr lang="en-US" sz="1800" b="1" i="1" u="none" strike="noStrike" baseline="0" dirty="0">
                <a:latin typeface="Times-BoldItalic"/>
              </a:rPr>
              <a:t>gauge </a:t>
            </a:r>
            <a:r>
              <a:rPr lang="en-US" sz="1800" b="0" i="0" u="none" strike="noStrike" baseline="0" dirty="0">
                <a:latin typeface="Times-Roman"/>
              </a:rPr>
              <a:t>is a measure of the thickness of the wire.</a:t>
            </a:r>
            <a:endParaRPr lang="en-IN" dirty="0"/>
          </a:p>
        </p:txBody>
      </p:sp>
      <p:sp>
        <p:nvSpPr>
          <p:cNvPr id="7" name="Slide Number Placeholder 6">
            <a:extLst>
              <a:ext uri="{FF2B5EF4-FFF2-40B4-BE49-F238E27FC236}">
                <a16:creationId xmlns:a16="http://schemas.microsoft.com/office/drawing/2014/main" xmlns="" id="{623D1F23-2F56-3B1F-9792-209FEEDF7EF7}"/>
              </a:ext>
            </a:extLst>
          </p:cNvPr>
          <p:cNvSpPr>
            <a:spLocks noGrp="1"/>
          </p:cNvSpPr>
          <p:nvPr>
            <p:ph type="sldNum" sz="quarter" idx="10"/>
          </p:nvPr>
        </p:nvSpPr>
        <p:spPr/>
        <p:txBody>
          <a:bodyPr/>
          <a:lstStyle/>
          <a:p>
            <a:fld id="{68151E55-6873-49E2-B8D5-2F265E6F1973}" type="slidenum">
              <a:rPr lang="en-US" smtClean="0"/>
              <a:pPr/>
              <a:t>101</a:t>
            </a:fld>
            <a:endParaRPr lang="en-US"/>
          </a:p>
        </p:txBody>
      </p:sp>
      <p:pic>
        <p:nvPicPr>
          <p:cNvPr id="9" name="Picture 8">
            <a:extLst>
              <a:ext uri="{FF2B5EF4-FFF2-40B4-BE49-F238E27FC236}">
                <a16:creationId xmlns:a16="http://schemas.microsoft.com/office/drawing/2014/main" xmlns="" id="{220BEB01-726D-C457-C3B5-8A48C105CCBF}"/>
              </a:ext>
            </a:extLst>
          </p:cNvPr>
          <p:cNvPicPr>
            <a:picLocks noChangeAspect="1"/>
          </p:cNvPicPr>
          <p:nvPr/>
        </p:nvPicPr>
        <p:blipFill>
          <a:blip r:embed="rId2"/>
          <a:stretch>
            <a:fillRect/>
          </a:stretch>
        </p:blipFill>
        <p:spPr>
          <a:xfrm>
            <a:off x="1193675" y="2481707"/>
            <a:ext cx="5925377" cy="3915321"/>
          </a:xfrm>
          <a:prstGeom prst="rect">
            <a:avLst/>
          </a:prstGeom>
        </p:spPr>
      </p:pic>
    </p:spTree>
    <p:extLst>
      <p:ext uri="{BB962C8B-B14F-4D97-AF65-F5344CB8AC3E}">
        <p14:creationId xmlns:p14="http://schemas.microsoft.com/office/powerpoint/2010/main" xmlns="" val="864027290"/>
      </p:ext>
    </p:extLst>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7A8DF8EB-41B1-1730-6EA3-02446A03A5C8}"/>
              </a:ext>
            </a:extLst>
          </p:cNvPr>
          <p:cNvSpPr>
            <a:spLocks noGrp="1"/>
          </p:cNvSpPr>
          <p:nvPr>
            <p:ph type="title"/>
          </p:nvPr>
        </p:nvSpPr>
        <p:spPr>
          <a:xfrm>
            <a:off x="342900" y="88302"/>
            <a:ext cx="8458200" cy="678611"/>
          </a:xfrm>
        </p:spPr>
        <p:txBody>
          <a:bodyPr/>
          <a:lstStyle/>
          <a:p>
            <a:r>
              <a:rPr lang="en-IN" sz="2800" dirty="0"/>
              <a:t>Guided Media</a:t>
            </a:r>
          </a:p>
        </p:txBody>
      </p:sp>
      <p:sp>
        <p:nvSpPr>
          <p:cNvPr id="9" name="Content Placeholder 8">
            <a:extLst>
              <a:ext uri="{FF2B5EF4-FFF2-40B4-BE49-F238E27FC236}">
                <a16:creationId xmlns:a16="http://schemas.microsoft.com/office/drawing/2014/main" xmlns="" id="{227DF6EA-94A5-69C1-D11E-C52D6650C9E5}"/>
              </a:ext>
            </a:extLst>
          </p:cNvPr>
          <p:cNvSpPr>
            <a:spLocks noGrp="1"/>
          </p:cNvSpPr>
          <p:nvPr>
            <p:ph sz="quarter" idx="11"/>
          </p:nvPr>
        </p:nvSpPr>
        <p:spPr>
          <a:xfrm>
            <a:off x="342900" y="766913"/>
            <a:ext cx="8458200" cy="5484133"/>
          </a:xfrm>
        </p:spPr>
        <p:txBody>
          <a:bodyPr/>
          <a:lstStyle/>
          <a:p>
            <a:r>
              <a:rPr lang="en-IN" sz="2800" b="1" dirty="0"/>
              <a:t>2. Coaxial Cable</a:t>
            </a:r>
          </a:p>
          <a:p>
            <a:pPr algn="l"/>
            <a:r>
              <a:rPr lang="en-US" sz="1800" b="0" i="0" u="none" strike="noStrike" baseline="0" dirty="0">
                <a:solidFill>
                  <a:srgbClr val="000000"/>
                </a:solidFill>
                <a:latin typeface="Times-Roman"/>
              </a:rPr>
              <a:t>Coaxial cable (or </a:t>
            </a:r>
            <a:r>
              <a:rPr lang="en-US" sz="1800" b="0" i="1" u="none" strike="noStrike" baseline="0" dirty="0">
                <a:solidFill>
                  <a:srgbClr val="000000"/>
                </a:solidFill>
                <a:latin typeface="Times-Italic"/>
              </a:rPr>
              <a:t>coax</a:t>
            </a:r>
            <a:r>
              <a:rPr lang="en-US" sz="1800" b="0" i="0" u="none" strike="noStrike" baseline="0" dirty="0">
                <a:solidFill>
                  <a:srgbClr val="000000"/>
                </a:solidFill>
                <a:latin typeface="Times-Roman"/>
              </a:rPr>
              <a:t>) carries signals of </a:t>
            </a:r>
            <a:r>
              <a:rPr lang="en-US" sz="1800" b="1" i="0" u="none" strike="noStrike" baseline="0" dirty="0">
                <a:solidFill>
                  <a:srgbClr val="000000"/>
                </a:solidFill>
                <a:latin typeface="Times-Roman"/>
              </a:rPr>
              <a:t>higher frequency ranges </a:t>
            </a:r>
            <a:r>
              <a:rPr lang="en-US" sz="1800" b="0" i="0" u="none" strike="noStrike" baseline="0" dirty="0">
                <a:solidFill>
                  <a:srgbClr val="000000"/>
                </a:solidFill>
                <a:latin typeface="Times-Roman"/>
              </a:rPr>
              <a:t>than those in twisted pair</a:t>
            </a:r>
            <a:r>
              <a:rPr lang="en-US" sz="1800" i="0" dirty="0">
                <a:solidFill>
                  <a:srgbClr val="000000"/>
                </a:solidFill>
                <a:latin typeface="Times-Roman"/>
              </a:rPr>
              <a:t> </a:t>
            </a:r>
            <a:r>
              <a:rPr lang="en-US" sz="1800" b="0" i="0" u="none" strike="noStrike" baseline="0" dirty="0">
                <a:solidFill>
                  <a:srgbClr val="000000"/>
                </a:solidFill>
                <a:latin typeface="Times-Roman"/>
              </a:rPr>
              <a:t>cable, in part because the two media are constructed quite differently. </a:t>
            </a:r>
          </a:p>
          <a:p>
            <a:pPr marL="285750" indent="-285750" algn="l">
              <a:buFont typeface="Arial" panose="020B0604020202020204" pitchFamily="34" charset="0"/>
              <a:buChar char="•"/>
            </a:pPr>
            <a:r>
              <a:rPr lang="en-US" sz="1800" b="0" i="0" u="none" strike="noStrike" baseline="0" dirty="0">
                <a:solidFill>
                  <a:srgbClr val="000000"/>
                </a:solidFill>
                <a:latin typeface="Times-Roman"/>
              </a:rPr>
              <a:t>Instead of having two wires, coax has a central core conductor of solid or stranded wire (usually copper) enclosed in an insulating sheath, which is, in turn, encased in an outer conductor of metal foil, braid, or a combination of the two. </a:t>
            </a:r>
          </a:p>
          <a:p>
            <a:pPr marL="285750" indent="-285750" algn="l">
              <a:buFont typeface="Arial" panose="020B0604020202020204" pitchFamily="34" charset="0"/>
              <a:buChar char="•"/>
            </a:pPr>
            <a:r>
              <a:rPr lang="en-US" sz="1800" b="0" i="0" u="none" strike="noStrike" baseline="0" dirty="0">
                <a:solidFill>
                  <a:srgbClr val="000000"/>
                </a:solidFill>
                <a:latin typeface="Times-Roman"/>
              </a:rPr>
              <a:t>The outer metallic wrapping serves both as a shield against noise and as the second conductor, which completes the circuit.</a:t>
            </a:r>
          </a:p>
          <a:p>
            <a:pPr marL="285750" indent="-285750" algn="l">
              <a:buFont typeface="Arial" panose="020B0604020202020204" pitchFamily="34" charset="0"/>
              <a:buChar char="•"/>
            </a:pPr>
            <a:r>
              <a:rPr lang="en-US" sz="1800" b="0" i="0" u="none" strike="noStrike" baseline="0" dirty="0">
                <a:solidFill>
                  <a:srgbClr val="000000"/>
                </a:solidFill>
                <a:latin typeface="Times-Roman"/>
              </a:rPr>
              <a:t>This outer conductor is also enclosed in an insulating sheath, and the whole cable is protected by a plastic cover.</a:t>
            </a:r>
            <a:endParaRPr lang="en-IN" dirty="0"/>
          </a:p>
        </p:txBody>
      </p:sp>
      <p:sp>
        <p:nvSpPr>
          <p:cNvPr id="7" name="Slide Number Placeholder 6">
            <a:extLst>
              <a:ext uri="{FF2B5EF4-FFF2-40B4-BE49-F238E27FC236}">
                <a16:creationId xmlns:a16="http://schemas.microsoft.com/office/drawing/2014/main" xmlns="" id="{1B803FBD-2085-E8AE-8528-15C0E5F54B56}"/>
              </a:ext>
            </a:extLst>
          </p:cNvPr>
          <p:cNvSpPr>
            <a:spLocks noGrp="1"/>
          </p:cNvSpPr>
          <p:nvPr>
            <p:ph type="sldNum" sz="quarter" idx="10"/>
          </p:nvPr>
        </p:nvSpPr>
        <p:spPr/>
        <p:txBody>
          <a:bodyPr/>
          <a:lstStyle/>
          <a:p>
            <a:fld id="{68151E55-6873-49E2-B8D5-2F265E6F1973}" type="slidenum">
              <a:rPr lang="en-US" smtClean="0"/>
              <a:pPr/>
              <a:t>102</a:t>
            </a:fld>
            <a:endParaRPr lang="en-US"/>
          </a:p>
        </p:txBody>
      </p:sp>
      <p:pic>
        <p:nvPicPr>
          <p:cNvPr id="13" name="Picture 12">
            <a:extLst>
              <a:ext uri="{FF2B5EF4-FFF2-40B4-BE49-F238E27FC236}">
                <a16:creationId xmlns:a16="http://schemas.microsoft.com/office/drawing/2014/main" xmlns="" id="{B75D6FA4-A610-1726-8A2F-58C4417BD023}"/>
              </a:ext>
            </a:extLst>
          </p:cNvPr>
          <p:cNvPicPr>
            <a:picLocks noChangeAspect="1"/>
          </p:cNvPicPr>
          <p:nvPr/>
        </p:nvPicPr>
        <p:blipFill>
          <a:blip r:embed="rId2"/>
          <a:stretch>
            <a:fillRect/>
          </a:stretch>
        </p:blipFill>
        <p:spPr>
          <a:xfrm>
            <a:off x="1431444" y="4338536"/>
            <a:ext cx="5734850" cy="2205809"/>
          </a:xfrm>
          <a:prstGeom prst="rect">
            <a:avLst/>
          </a:prstGeom>
        </p:spPr>
      </p:pic>
    </p:spTree>
    <p:extLst>
      <p:ext uri="{BB962C8B-B14F-4D97-AF65-F5344CB8AC3E}">
        <p14:creationId xmlns:p14="http://schemas.microsoft.com/office/powerpoint/2010/main" xmlns="" val="3995357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5F849FED-2E26-48F8-8348-2A46BC19C2C1}"/>
              </a:ext>
            </a:extLst>
          </p:cNvPr>
          <p:cNvSpPr>
            <a:spLocks noGrp="1"/>
          </p:cNvSpPr>
          <p:nvPr>
            <p:ph type="title"/>
          </p:nvPr>
        </p:nvSpPr>
        <p:spPr/>
        <p:txBody>
          <a:bodyPr/>
          <a:lstStyle/>
          <a:p>
            <a:r>
              <a:rPr lang="en-IN" sz="3200" dirty="0"/>
              <a:t>Guided Media</a:t>
            </a:r>
          </a:p>
        </p:txBody>
      </p:sp>
      <p:sp>
        <p:nvSpPr>
          <p:cNvPr id="9" name="Content Placeholder 8">
            <a:extLst>
              <a:ext uri="{FF2B5EF4-FFF2-40B4-BE49-F238E27FC236}">
                <a16:creationId xmlns:a16="http://schemas.microsoft.com/office/drawing/2014/main" xmlns="" id="{0E15F1A0-EB03-8BC5-269F-1B1B7F3AAD1C}"/>
              </a:ext>
            </a:extLst>
          </p:cNvPr>
          <p:cNvSpPr>
            <a:spLocks noGrp="1"/>
          </p:cNvSpPr>
          <p:nvPr>
            <p:ph sz="quarter" idx="11"/>
          </p:nvPr>
        </p:nvSpPr>
        <p:spPr>
          <a:xfrm>
            <a:off x="342900" y="1167015"/>
            <a:ext cx="8458200" cy="5084031"/>
          </a:xfrm>
        </p:spPr>
        <p:txBody>
          <a:bodyPr/>
          <a:lstStyle/>
          <a:p>
            <a:pPr algn="l"/>
            <a:r>
              <a:rPr lang="en-IN" b="1" i="1" u="none" strike="noStrike" baseline="0" dirty="0">
                <a:solidFill>
                  <a:schemeClr val="tx1"/>
                </a:solidFill>
                <a:latin typeface="Times-BoldItalic"/>
              </a:rPr>
              <a:t>Coaxial Cable Standards</a:t>
            </a:r>
          </a:p>
          <a:p>
            <a:pPr algn="just"/>
            <a:r>
              <a:rPr lang="en-US" sz="2000" b="0" i="0" u="none" strike="noStrike" baseline="0" dirty="0">
                <a:solidFill>
                  <a:srgbClr val="000000"/>
                </a:solidFill>
                <a:latin typeface="+mn-lt"/>
              </a:rPr>
              <a:t>Coaxial cables are categorized by their </a:t>
            </a:r>
            <a:r>
              <a:rPr lang="en-US" sz="2000" b="1" i="0" u="none" strike="noStrike" baseline="0" dirty="0">
                <a:solidFill>
                  <a:srgbClr val="000000"/>
                </a:solidFill>
                <a:latin typeface="+mn-lt"/>
              </a:rPr>
              <a:t>Radio Government (RG) </a:t>
            </a:r>
            <a:r>
              <a:rPr lang="en-US" sz="2000" b="0" i="0" u="none" strike="noStrike" baseline="0" dirty="0">
                <a:solidFill>
                  <a:srgbClr val="000000"/>
                </a:solidFill>
                <a:latin typeface="+mn-lt"/>
              </a:rPr>
              <a:t>ratings. </a:t>
            </a:r>
          </a:p>
          <a:p>
            <a:pPr algn="just"/>
            <a:r>
              <a:rPr lang="en-US" sz="2000" b="0" i="0" u="none" strike="noStrike" baseline="0" dirty="0">
                <a:solidFill>
                  <a:srgbClr val="000000"/>
                </a:solidFill>
                <a:latin typeface="+mn-lt"/>
              </a:rPr>
              <a:t>Each RG number denotes a unique set of physical specifications, including the wire gauge of the </a:t>
            </a:r>
            <a:r>
              <a:rPr lang="en-US" sz="2000" b="0" i="0" u="none" strike="noStrike" baseline="0" dirty="0">
                <a:latin typeface="+mn-lt"/>
              </a:rPr>
              <a:t>inner conductor, the thickness and type of the inner insulator, the construction of the shield, and the size and type of the outer casing. </a:t>
            </a:r>
          </a:p>
          <a:p>
            <a:pPr algn="just"/>
            <a:r>
              <a:rPr lang="en-US" sz="2000" b="0" i="0" u="none" strike="noStrike" baseline="0" dirty="0">
                <a:latin typeface="+mn-lt"/>
              </a:rPr>
              <a:t>Each cable defined by an RG rating is adapted for a specialized function, as shown in Table 7.2.</a:t>
            </a:r>
          </a:p>
          <a:p>
            <a:pPr algn="l"/>
            <a:endParaRPr lang="en-US" sz="1800" i="0" dirty="0">
              <a:latin typeface="Times-Roman"/>
            </a:endParaRPr>
          </a:p>
          <a:p>
            <a:pPr algn="l"/>
            <a:endParaRPr lang="en-US" sz="1800" i="0" dirty="0">
              <a:latin typeface="Times-Roman"/>
            </a:endParaRPr>
          </a:p>
          <a:p>
            <a:pPr algn="l"/>
            <a:endParaRPr lang="en-US" sz="1800" i="0" dirty="0">
              <a:latin typeface="Times-Roman"/>
            </a:endParaRPr>
          </a:p>
          <a:p>
            <a:pPr algn="l"/>
            <a:endParaRPr lang="en-US" sz="1800" i="0" dirty="0">
              <a:latin typeface="Times-Roman"/>
            </a:endParaRPr>
          </a:p>
          <a:p>
            <a:pPr algn="l"/>
            <a:endParaRPr lang="en-US" sz="1800" i="0" dirty="0">
              <a:latin typeface="Times-Roman"/>
            </a:endParaRPr>
          </a:p>
          <a:p>
            <a:pPr algn="l"/>
            <a:endParaRPr lang="en-IN" dirty="0"/>
          </a:p>
        </p:txBody>
      </p:sp>
      <p:sp>
        <p:nvSpPr>
          <p:cNvPr id="10" name="Text Placeholder 9">
            <a:extLst>
              <a:ext uri="{FF2B5EF4-FFF2-40B4-BE49-F238E27FC236}">
                <a16:creationId xmlns:a16="http://schemas.microsoft.com/office/drawing/2014/main" xmlns="" id="{26F06F19-8B82-7D63-13E1-F11639B37515}"/>
              </a:ext>
            </a:extLst>
          </p:cNvPr>
          <p:cNvSpPr>
            <a:spLocks noGrp="1"/>
          </p:cNvSpPr>
          <p:nvPr>
            <p:ph type="body" sz="quarter" idx="39"/>
          </p:nvPr>
        </p:nvSpPr>
        <p:spPr/>
        <p:txBody>
          <a:bodyPr/>
          <a:lstStyle/>
          <a:p>
            <a:endParaRPr lang="en-IN"/>
          </a:p>
        </p:txBody>
      </p:sp>
      <p:sp>
        <p:nvSpPr>
          <p:cNvPr id="11" name="Text Placeholder 10">
            <a:extLst>
              <a:ext uri="{FF2B5EF4-FFF2-40B4-BE49-F238E27FC236}">
                <a16:creationId xmlns:a16="http://schemas.microsoft.com/office/drawing/2014/main" xmlns="" id="{1303B8B4-90B6-8D19-A8A2-8F9C3801CA00}"/>
              </a:ext>
            </a:extLst>
          </p:cNvPr>
          <p:cNvSpPr>
            <a:spLocks noGrp="1"/>
          </p:cNvSpPr>
          <p:nvPr>
            <p:ph type="body" sz="quarter" idx="40"/>
          </p:nvPr>
        </p:nvSpPr>
        <p:spPr/>
        <p:txBody>
          <a:bodyPr/>
          <a:lstStyle/>
          <a:p>
            <a:endParaRPr lang="en-IN"/>
          </a:p>
        </p:txBody>
      </p:sp>
      <p:sp>
        <p:nvSpPr>
          <p:cNvPr id="7" name="Slide Number Placeholder 6">
            <a:extLst>
              <a:ext uri="{FF2B5EF4-FFF2-40B4-BE49-F238E27FC236}">
                <a16:creationId xmlns:a16="http://schemas.microsoft.com/office/drawing/2014/main" xmlns="" id="{0130279F-05BF-1FF8-5D89-2E9DC6558A50}"/>
              </a:ext>
            </a:extLst>
          </p:cNvPr>
          <p:cNvSpPr>
            <a:spLocks noGrp="1"/>
          </p:cNvSpPr>
          <p:nvPr>
            <p:ph type="sldNum" sz="quarter" idx="10"/>
          </p:nvPr>
        </p:nvSpPr>
        <p:spPr/>
        <p:txBody>
          <a:bodyPr/>
          <a:lstStyle/>
          <a:p>
            <a:fld id="{68151E55-6873-49E2-B8D5-2F265E6F1973}" type="slidenum">
              <a:rPr lang="en-US" smtClean="0"/>
              <a:pPr/>
              <a:t>103</a:t>
            </a:fld>
            <a:endParaRPr lang="en-US"/>
          </a:p>
        </p:txBody>
      </p:sp>
      <p:pic>
        <p:nvPicPr>
          <p:cNvPr id="13" name="Picture 12">
            <a:extLst>
              <a:ext uri="{FF2B5EF4-FFF2-40B4-BE49-F238E27FC236}">
                <a16:creationId xmlns:a16="http://schemas.microsoft.com/office/drawing/2014/main" xmlns="" id="{22A829FD-B955-9292-5AEC-176E15EAFE0E}"/>
              </a:ext>
            </a:extLst>
          </p:cNvPr>
          <p:cNvPicPr>
            <a:picLocks noChangeAspect="1"/>
          </p:cNvPicPr>
          <p:nvPr/>
        </p:nvPicPr>
        <p:blipFill>
          <a:blip r:embed="rId2"/>
          <a:stretch>
            <a:fillRect/>
          </a:stretch>
        </p:blipFill>
        <p:spPr>
          <a:xfrm>
            <a:off x="1585609" y="4007797"/>
            <a:ext cx="5359940" cy="2109616"/>
          </a:xfrm>
          <a:prstGeom prst="rect">
            <a:avLst/>
          </a:prstGeom>
        </p:spPr>
      </p:pic>
    </p:spTree>
    <p:extLst>
      <p:ext uri="{BB962C8B-B14F-4D97-AF65-F5344CB8AC3E}">
        <p14:creationId xmlns:p14="http://schemas.microsoft.com/office/powerpoint/2010/main" xmlns="" val="350251487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8106E198-94D8-741E-EC67-188C414AE567}"/>
              </a:ext>
            </a:extLst>
          </p:cNvPr>
          <p:cNvSpPr>
            <a:spLocks noGrp="1"/>
          </p:cNvSpPr>
          <p:nvPr>
            <p:ph type="title"/>
          </p:nvPr>
        </p:nvSpPr>
        <p:spPr/>
        <p:txBody>
          <a:bodyPr/>
          <a:lstStyle/>
          <a:p>
            <a:r>
              <a:rPr lang="en-IN" sz="3200" dirty="0"/>
              <a:t>Guided Media</a:t>
            </a:r>
          </a:p>
        </p:txBody>
      </p:sp>
      <p:sp>
        <p:nvSpPr>
          <p:cNvPr id="3" name="Content Placeholder 2">
            <a:extLst>
              <a:ext uri="{FF2B5EF4-FFF2-40B4-BE49-F238E27FC236}">
                <a16:creationId xmlns:a16="http://schemas.microsoft.com/office/drawing/2014/main" xmlns="" id="{7C0D6AE9-E385-F1CD-13D8-2CE092BFEC5B}"/>
              </a:ext>
            </a:extLst>
          </p:cNvPr>
          <p:cNvSpPr>
            <a:spLocks noGrp="1"/>
          </p:cNvSpPr>
          <p:nvPr>
            <p:ph sz="quarter" idx="11"/>
          </p:nvPr>
        </p:nvSpPr>
        <p:spPr/>
        <p:txBody>
          <a:bodyPr/>
          <a:lstStyle/>
          <a:p>
            <a:pPr algn="just"/>
            <a:r>
              <a:rPr lang="en-IN" b="1" i="1" u="none" strike="noStrike" baseline="0" dirty="0">
                <a:solidFill>
                  <a:schemeClr val="tx1"/>
                </a:solidFill>
                <a:latin typeface="Times-BoldItalic"/>
              </a:rPr>
              <a:t>Coaxial Cable Connectors</a:t>
            </a:r>
          </a:p>
          <a:p>
            <a:pPr algn="just"/>
            <a:r>
              <a:rPr lang="en-US" sz="2000" b="0" i="0" u="none" strike="noStrike" baseline="0" dirty="0">
                <a:solidFill>
                  <a:srgbClr val="000000"/>
                </a:solidFill>
                <a:latin typeface="+mn-lt"/>
              </a:rPr>
              <a:t>To connect coaxial cable to devices, we need coaxial connectors. </a:t>
            </a:r>
          </a:p>
          <a:p>
            <a:pPr algn="just"/>
            <a:r>
              <a:rPr lang="en-US" sz="2000" b="0" i="0" u="none" strike="noStrike" baseline="0" dirty="0">
                <a:solidFill>
                  <a:srgbClr val="000000"/>
                </a:solidFill>
                <a:latin typeface="+mn-lt"/>
              </a:rPr>
              <a:t>The most common type of connector used today is the </a:t>
            </a:r>
            <a:r>
              <a:rPr lang="en-US" sz="2000" b="1" i="0" u="none" strike="noStrike" baseline="0" dirty="0">
                <a:solidFill>
                  <a:srgbClr val="000000"/>
                </a:solidFill>
                <a:latin typeface="+mn-lt"/>
              </a:rPr>
              <a:t>Bayonet Neill-</a:t>
            </a:r>
            <a:r>
              <a:rPr lang="en-US" sz="2000" b="1" i="0" u="none" strike="noStrike" baseline="0" dirty="0" err="1">
                <a:solidFill>
                  <a:srgbClr val="000000"/>
                </a:solidFill>
                <a:latin typeface="+mn-lt"/>
              </a:rPr>
              <a:t>Concelman</a:t>
            </a:r>
            <a:r>
              <a:rPr lang="en-US" sz="2000" b="1" i="0" u="none" strike="noStrike" baseline="0" dirty="0">
                <a:solidFill>
                  <a:srgbClr val="000000"/>
                </a:solidFill>
                <a:latin typeface="+mn-lt"/>
              </a:rPr>
              <a:t> (BNC) </a:t>
            </a:r>
            <a:r>
              <a:rPr lang="en-US" sz="2000" b="0" i="0" u="none" strike="noStrike" baseline="0" dirty="0">
                <a:solidFill>
                  <a:srgbClr val="000000"/>
                </a:solidFill>
                <a:latin typeface="+mn-lt"/>
              </a:rPr>
              <a:t>connector.</a:t>
            </a:r>
          </a:p>
          <a:p>
            <a:pPr algn="just"/>
            <a:r>
              <a:rPr lang="en-US" sz="2000" b="0" i="0" u="none" strike="noStrike" baseline="0" dirty="0">
                <a:solidFill>
                  <a:srgbClr val="000000"/>
                </a:solidFill>
                <a:latin typeface="+mn-lt"/>
              </a:rPr>
              <a:t>Figure shows three popular types of these connectors: the BNC connector, the BNC T connector, and the BNC terminator.</a:t>
            </a:r>
          </a:p>
          <a:p>
            <a:pPr algn="just"/>
            <a:endParaRPr lang="en-IN" dirty="0"/>
          </a:p>
        </p:txBody>
      </p:sp>
      <p:sp>
        <p:nvSpPr>
          <p:cNvPr id="9" name="Text Placeholder 8">
            <a:extLst>
              <a:ext uri="{FF2B5EF4-FFF2-40B4-BE49-F238E27FC236}">
                <a16:creationId xmlns:a16="http://schemas.microsoft.com/office/drawing/2014/main" xmlns="" id="{DC774B8E-BCD3-3239-6811-B6E69CD21467}"/>
              </a:ext>
            </a:extLst>
          </p:cNvPr>
          <p:cNvSpPr>
            <a:spLocks noGrp="1"/>
          </p:cNvSpPr>
          <p:nvPr>
            <p:ph type="body" sz="quarter" idx="39"/>
          </p:nvPr>
        </p:nvSpPr>
        <p:spPr/>
        <p:txBody>
          <a:bodyPr/>
          <a:lstStyle/>
          <a:p>
            <a:endParaRPr lang="en-IN"/>
          </a:p>
        </p:txBody>
      </p:sp>
      <p:sp>
        <p:nvSpPr>
          <p:cNvPr id="10" name="Text Placeholder 9">
            <a:extLst>
              <a:ext uri="{FF2B5EF4-FFF2-40B4-BE49-F238E27FC236}">
                <a16:creationId xmlns:a16="http://schemas.microsoft.com/office/drawing/2014/main" xmlns="" id="{DF943C6F-5898-CED4-6BC5-3667441FF43F}"/>
              </a:ext>
            </a:extLst>
          </p:cNvPr>
          <p:cNvSpPr>
            <a:spLocks noGrp="1"/>
          </p:cNvSpPr>
          <p:nvPr>
            <p:ph type="body" sz="quarter" idx="40"/>
          </p:nvPr>
        </p:nvSpPr>
        <p:spPr/>
        <p:txBody>
          <a:bodyPr/>
          <a:lstStyle/>
          <a:p>
            <a:endParaRPr lang="en-IN"/>
          </a:p>
        </p:txBody>
      </p:sp>
      <p:sp>
        <p:nvSpPr>
          <p:cNvPr id="7" name="Slide Number Placeholder 6">
            <a:extLst>
              <a:ext uri="{FF2B5EF4-FFF2-40B4-BE49-F238E27FC236}">
                <a16:creationId xmlns:a16="http://schemas.microsoft.com/office/drawing/2014/main" xmlns="" id="{20C65CD1-8A74-3C02-C942-4B8DF5C96356}"/>
              </a:ext>
            </a:extLst>
          </p:cNvPr>
          <p:cNvSpPr>
            <a:spLocks noGrp="1"/>
          </p:cNvSpPr>
          <p:nvPr>
            <p:ph type="sldNum" sz="quarter" idx="10"/>
          </p:nvPr>
        </p:nvSpPr>
        <p:spPr/>
        <p:txBody>
          <a:bodyPr/>
          <a:lstStyle/>
          <a:p>
            <a:fld id="{68151E55-6873-49E2-B8D5-2F265E6F1973}" type="slidenum">
              <a:rPr lang="en-US" smtClean="0"/>
              <a:pPr/>
              <a:t>104</a:t>
            </a:fld>
            <a:endParaRPr lang="en-US"/>
          </a:p>
        </p:txBody>
      </p:sp>
      <p:pic>
        <p:nvPicPr>
          <p:cNvPr id="12" name="Picture 11">
            <a:extLst>
              <a:ext uri="{FF2B5EF4-FFF2-40B4-BE49-F238E27FC236}">
                <a16:creationId xmlns:a16="http://schemas.microsoft.com/office/drawing/2014/main" xmlns="" id="{3EF64C23-78DD-9645-0689-1B56828D291A}"/>
              </a:ext>
            </a:extLst>
          </p:cNvPr>
          <p:cNvPicPr>
            <a:picLocks noChangeAspect="1"/>
          </p:cNvPicPr>
          <p:nvPr/>
        </p:nvPicPr>
        <p:blipFill>
          <a:blip r:embed="rId2"/>
          <a:stretch>
            <a:fillRect/>
          </a:stretch>
        </p:blipFill>
        <p:spPr>
          <a:xfrm>
            <a:off x="1224959" y="3891065"/>
            <a:ext cx="6694082" cy="2409952"/>
          </a:xfrm>
          <a:prstGeom prst="rect">
            <a:avLst/>
          </a:prstGeom>
        </p:spPr>
      </p:pic>
    </p:spTree>
    <p:extLst>
      <p:ext uri="{BB962C8B-B14F-4D97-AF65-F5344CB8AC3E}">
        <p14:creationId xmlns:p14="http://schemas.microsoft.com/office/powerpoint/2010/main" xmlns="" val="205575266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18DE873D-04CB-85D2-CEC3-E2C7D61638E2}"/>
              </a:ext>
            </a:extLst>
          </p:cNvPr>
          <p:cNvSpPr>
            <a:spLocks noGrp="1"/>
          </p:cNvSpPr>
          <p:nvPr>
            <p:ph type="title"/>
          </p:nvPr>
        </p:nvSpPr>
        <p:spPr/>
        <p:txBody>
          <a:bodyPr/>
          <a:lstStyle/>
          <a:p>
            <a:r>
              <a:rPr lang="en-IN" dirty="0"/>
              <a:t>Guided Media</a:t>
            </a:r>
          </a:p>
        </p:txBody>
      </p:sp>
      <p:sp>
        <p:nvSpPr>
          <p:cNvPr id="3" name="Content Placeholder 2">
            <a:extLst>
              <a:ext uri="{FF2B5EF4-FFF2-40B4-BE49-F238E27FC236}">
                <a16:creationId xmlns:a16="http://schemas.microsoft.com/office/drawing/2014/main" xmlns="" id="{DFD528E1-434B-0F21-55FD-E52765DE1E9E}"/>
              </a:ext>
            </a:extLst>
          </p:cNvPr>
          <p:cNvSpPr>
            <a:spLocks noGrp="1"/>
          </p:cNvSpPr>
          <p:nvPr>
            <p:ph sz="quarter" idx="11"/>
          </p:nvPr>
        </p:nvSpPr>
        <p:spPr/>
        <p:txBody>
          <a:bodyPr/>
          <a:lstStyle/>
          <a:p>
            <a:pPr algn="l"/>
            <a:r>
              <a:rPr lang="en-IN" sz="2000" b="1" i="1" u="none" strike="noStrike" baseline="0" dirty="0">
                <a:solidFill>
                  <a:schemeClr val="tx1"/>
                </a:solidFill>
                <a:latin typeface="Times-BoldItalic"/>
              </a:rPr>
              <a:t>Performance</a:t>
            </a:r>
          </a:p>
          <a:p>
            <a:pPr marL="285750" indent="-285750" algn="l">
              <a:buFont typeface="Arial" panose="020B0604020202020204" pitchFamily="34" charset="0"/>
              <a:buChar char="•"/>
            </a:pPr>
            <a:r>
              <a:rPr lang="en-US" sz="1800" b="0" i="0" u="none" strike="noStrike" baseline="0" dirty="0">
                <a:solidFill>
                  <a:srgbClr val="000000"/>
                </a:solidFill>
                <a:latin typeface="Times-Roman"/>
              </a:rPr>
              <a:t>As we did with twisted-pair cable, we can measure the performance of a coaxial cable.</a:t>
            </a:r>
          </a:p>
          <a:p>
            <a:pPr marL="285750" indent="-285750" algn="l">
              <a:buFont typeface="Arial" panose="020B0604020202020204" pitchFamily="34" charset="0"/>
              <a:buChar char="•"/>
            </a:pPr>
            <a:r>
              <a:rPr lang="en-US" sz="1800" b="0" i="0" u="none" strike="noStrike" baseline="0" dirty="0">
                <a:solidFill>
                  <a:srgbClr val="000000"/>
                </a:solidFill>
                <a:latin typeface="Times-Roman"/>
              </a:rPr>
              <a:t>The attenuation is much higher in coaxial cable than in twisted-pair cable. </a:t>
            </a:r>
          </a:p>
          <a:p>
            <a:pPr marL="285750" indent="-285750" algn="l">
              <a:buFont typeface="Arial" panose="020B0604020202020204" pitchFamily="34" charset="0"/>
              <a:buChar char="•"/>
            </a:pPr>
            <a:r>
              <a:rPr lang="en-US" sz="1800" b="0" i="0" u="none" strike="noStrike" baseline="0" dirty="0">
                <a:solidFill>
                  <a:srgbClr val="000000"/>
                </a:solidFill>
                <a:latin typeface="Times-Roman"/>
              </a:rPr>
              <a:t>In other words, although coaxial cable has a much higher bandwidth, the signal weakens rapidly and requires the frequent use of repeaters.</a:t>
            </a:r>
            <a:endParaRPr lang="en-IN" dirty="0"/>
          </a:p>
        </p:txBody>
      </p:sp>
      <p:sp>
        <p:nvSpPr>
          <p:cNvPr id="7" name="Slide Number Placeholder 6">
            <a:extLst>
              <a:ext uri="{FF2B5EF4-FFF2-40B4-BE49-F238E27FC236}">
                <a16:creationId xmlns:a16="http://schemas.microsoft.com/office/drawing/2014/main" xmlns="" id="{3BD2452A-D1D6-32F7-718F-B0E18DC770B4}"/>
              </a:ext>
            </a:extLst>
          </p:cNvPr>
          <p:cNvSpPr>
            <a:spLocks noGrp="1"/>
          </p:cNvSpPr>
          <p:nvPr>
            <p:ph type="sldNum" sz="quarter" idx="10"/>
          </p:nvPr>
        </p:nvSpPr>
        <p:spPr/>
        <p:txBody>
          <a:bodyPr/>
          <a:lstStyle/>
          <a:p>
            <a:fld id="{68151E55-6873-49E2-B8D5-2F265E6F1973}" type="slidenum">
              <a:rPr lang="en-US" smtClean="0"/>
              <a:pPr/>
              <a:t>105</a:t>
            </a:fld>
            <a:endParaRPr lang="en-US"/>
          </a:p>
        </p:txBody>
      </p:sp>
      <p:pic>
        <p:nvPicPr>
          <p:cNvPr id="12" name="Picture 11">
            <a:extLst>
              <a:ext uri="{FF2B5EF4-FFF2-40B4-BE49-F238E27FC236}">
                <a16:creationId xmlns:a16="http://schemas.microsoft.com/office/drawing/2014/main" xmlns="" id="{ADBEE754-2084-9206-6ACA-FBD7C5BDEA0C}"/>
              </a:ext>
            </a:extLst>
          </p:cNvPr>
          <p:cNvPicPr>
            <a:picLocks noChangeAspect="1"/>
          </p:cNvPicPr>
          <p:nvPr/>
        </p:nvPicPr>
        <p:blipFill>
          <a:blip r:embed="rId2"/>
          <a:stretch>
            <a:fillRect/>
          </a:stretch>
        </p:blipFill>
        <p:spPr>
          <a:xfrm>
            <a:off x="1490754" y="3123210"/>
            <a:ext cx="5089776" cy="3421135"/>
          </a:xfrm>
          <a:prstGeom prst="rect">
            <a:avLst/>
          </a:prstGeom>
        </p:spPr>
      </p:pic>
    </p:spTree>
    <p:extLst>
      <p:ext uri="{BB962C8B-B14F-4D97-AF65-F5344CB8AC3E}">
        <p14:creationId xmlns:p14="http://schemas.microsoft.com/office/powerpoint/2010/main" xmlns="" val="1533867166"/>
      </p:ext>
    </p:extLst>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F002752-4E9E-CE80-5DDF-92E5245037E1}"/>
              </a:ext>
            </a:extLst>
          </p:cNvPr>
          <p:cNvSpPr>
            <a:spLocks noGrp="1"/>
          </p:cNvSpPr>
          <p:nvPr>
            <p:ph type="title"/>
          </p:nvPr>
        </p:nvSpPr>
        <p:spPr/>
        <p:txBody>
          <a:bodyPr/>
          <a:lstStyle/>
          <a:p>
            <a:r>
              <a:rPr lang="en-IN" sz="3200" dirty="0"/>
              <a:t>Guided Media</a:t>
            </a:r>
          </a:p>
        </p:txBody>
      </p:sp>
      <p:sp>
        <p:nvSpPr>
          <p:cNvPr id="3" name="Content Placeholder 2">
            <a:extLst>
              <a:ext uri="{FF2B5EF4-FFF2-40B4-BE49-F238E27FC236}">
                <a16:creationId xmlns:a16="http://schemas.microsoft.com/office/drawing/2014/main" xmlns="" id="{850B4C33-5A85-6EBD-BE77-42CA9E72AAF8}"/>
              </a:ext>
            </a:extLst>
          </p:cNvPr>
          <p:cNvSpPr>
            <a:spLocks noGrp="1"/>
          </p:cNvSpPr>
          <p:nvPr>
            <p:ph sz="quarter" idx="11"/>
          </p:nvPr>
        </p:nvSpPr>
        <p:spPr>
          <a:xfrm>
            <a:off x="342900" y="1033381"/>
            <a:ext cx="8458200" cy="4939402"/>
          </a:xfrm>
        </p:spPr>
        <p:txBody>
          <a:bodyPr/>
          <a:lstStyle/>
          <a:p>
            <a:r>
              <a:rPr lang="en-IN" sz="2800" b="1" dirty="0"/>
              <a:t>3. Fiber-Optic Cable</a:t>
            </a:r>
          </a:p>
          <a:p>
            <a:pPr marL="342900" indent="-342900">
              <a:buFont typeface="Arial" panose="020B0604020202020204" pitchFamily="34" charset="0"/>
              <a:buChar char="•"/>
            </a:pPr>
            <a:r>
              <a:rPr lang="en-US" sz="2400" b="0" i="0" u="none" strike="noStrike" baseline="0" dirty="0">
                <a:latin typeface="Times-Roman"/>
              </a:rPr>
              <a:t>A fiber-optic cable is made of glass or plastic and transmits signals in the form of light.</a:t>
            </a:r>
          </a:p>
          <a:p>
            <a:pPr marL="342900" indent="-342900" algn="l">
              <a:buFont typeface="Arial" panose="020B0604020202020204" pitchFamily="34" charset="0"/>
              <a:buChar char="•"/>
            </a:pPr>
            <a:endParaRPr lang="en-US" sz="2400" b="0" i="0" u="none" strike="noStrike" baseline="0" dirty="0">
              <a:latin typeface="Times-Roman"/>
            </a:endParaRPr>
          </a:p>
          <a:p>
            <a:pPr marL="342900" indent="-342900" algn="l">
              <a:buFont typeface="Arial" panose="020B0604020202020204" pitchFamily="34" charset="0"/>
              <a:buChar char="•"/>
            </a:pPr>
            <a:r>
              <a:rPr lang="en-US" sz="2400" b="0" i="0" u="none" strike="noStrike" baseline="0" dirty="0">
                <a:latin typeface="Times-Roman"/>
              </a:rPr>
              <a:t>Optical fibers use reflection to guide light through a channel. </a:t>
            </a:r>
          </a:p>
          <a:p>
            <a:pPr marL="342900" indent="-342900" algn="l">
              <a:buFont typeface="Arial" panose="020B0604020202020204" pitchFamily="34" charset="0"/>
              <a:buChar char="•"/>
            </a:pPr>
            <a:r>
              <a:rPr lang="en-US" sz="2400" b="0" i="0" u="none" strike="noStrike" baseline="0" dirty="0">
                <a:latin typeface="Times-Roman"/>
              </a:rPr>
              <a:t>A glass or plastic </a:t>
            </a:r>
            <a:r>
              <a:rPr lang="en-US" sz="2400" b="1" i="0" u="none" strike="noStrike" baseline="0" dirty="0">
                <a:latin typeface="Times-Bold"/>
              </a:rPr>
              <a:t>core </a:t>
            </a:r>
            <a:r>
              <a:rPr lang="en-US" sz="2400" b="0" i="0" u="none" strike="noStrike" baseline="0" dirty="0">
                <a:latin typeface="Times-Roman"/>
              </a:rPr>
              <a:t>is surrounded by a </a:t>
            </a:r>
            <a:r>
              <a:rPr lang="en-US" sz="2400" b="1" i="0" u="none" strike="noStrike" baseline="0" dirty="0">
                <a:latin typeface="Times-Bold"/>
              </a:rPr>
              <a:t>cladding </a:t>
            </a:r>
            <a:r>
              <a:rPr lang="en-US" sz="2400" b="0" i="0" u="none" strike="noStrike" baseline="0" dirty="0">
                <a:latin typeface="Times-Roman"/>
              </a:rPr>
              <a:t>of less dense glass or plastic. </a:t>
            </a:r>
          </a:p>
          <a:p>
            <a:pPr marL="342900" indent="-342900" algn="l">
              <a:buFont typeface="Arial" panose="020B0604020202020204" pitchFamily="34" charset="0"/>
              <a:buChar char="•"/>
            </a:pPr>
            <a:r>
              <a:rPr lang="en-US" sz="2400" b="0" i="0" u="none" strike="noStrike" baseline="0" dirty="0">
                <a:latin typeface="Times-Roman"/>
              </a:rPr>
              <a:t>The difference in density of the two materials must be such that a beam of light moving through the core is reflected off the cladding instead of being refracted into it.</a:t>
            </a:r>
          </a:p>
          <a:p>
            <a:endParaRPr lang="en-IN" b="1" dirty="0"/>
          </a:p>
        </p:txBody>
      </p:sp>
      <p:sp>
        <p:nvSpPr>
          <p:cNvPr id="5" name="Text Placeholder 4">
            <a:extLst>
              <a:ext uri="{FF2B5EF4-FFF2-40B4-BE49-F238E27FC236}">
                <a16:creationId xmlns:a16="http://schemas.microsoft.com/office/drawing/2014/main" xmlns="" id="{CA4B17C8-005E-5E98-EF28-42205E727BE4}"/>
              </a:ext>
            </a:extLst>
          </p:cNvPr>
          <p:cNvSpPr>
            <a:spLocks noGrp="1"/>
          </p:cNvSpPr>
          <p:nvPr>
            <p:ph type="body" sz="quarter" idx="39"/>
          </p:nvPr>
        </p:nvSpPr>
        <p:spPr/>
        <p:txBody>
          <a:bodyPr/>
          <a:lstStyle/>
          <a:p>
            <a:endParaRPr lang="en-IN"/>
          </a:p>
        </p:txBody>
      </p:sp>
      <p:sp>
        <p:nvSpPr>
          <p:cNvPr id="6" name="Text Placeholder 5">
            <a:extLst>
              <a:ext uri="{FF2B5EF4-FFF2-40B4-BE49-F238E27FC236}">
                <a16:creationId xmlns:a16="http://schemas.microsoft.com/office/drawing/2014/main" xmlns="" id="{CA4BDD81-D299-E4AF-C9EA-C3736AA17013}"/>
              </a:ext>
            </a:extLst>
          </p:cNvPr>
          <p:cNvSpPr>
            <a:spLocks noGrp="1"/>
          </p:cNvSpPr>
          <p:nvPr>
            <p:ph type="body" sz="quarter" idx="40"/>
          </p:nvPr>
        </p:nvSpPr>
        <p:spPr/>
        <p:txBody>
          <a:bodyPr/>
          <a:lstStyle/>
          <a:p>
            <a:endParaRPr lang="en-IN"/>
          </a:p>
        </p:txBody>
      </p:sp>
      <p:sp>
        <p:nvSpPr>
          <p:cNvPr id="7" name="Slide Number Placeholder 6">
            <a:extLst>
              <a:ext uri="{FF2B5EF4-FFF2-40B4-BE49-F238E27FC236}">
                <a16:creationId xmlns:a16="http://schemas.microsoft.com/office/drawing/2014/main" xmlns="" id="{764EF5C4-A876-B6F2-BDEF-61F9CEC9D07A}"/>
              </a:ext>
            </a:extLst>
          </p:cNvPr>
          <p:cNvSpPr>
            <a:spLocks noGrp="1"/>
          </p:cNvSpPr>
          <p:nvPr>
            <p:ph type="sldNum" sz="quarter" idx="10"/>
          </p:nvPr>
        </p:nvSpPr>
        <p:spPr/>
        <p:txBody>
          <a:bodyPr/>
          <a:lstStyle/>
          <a:p>
            <a:fld id="{68151E55-6873-49E2-B8D5-2F265E6F1973}" type="slidenum">
              <a:rPr lang="en-US" smtClean="0"/>
              <a:pPr/>
              <a:t>106</a:t>
            </a:fld>
            <a:endParaRPr lang="en-US"/>
          </a:p>
        </p:txBody>
      </p:sp>
    </p:spTree>
    <p:extLst>
      <p:ext uri="{BB962C8B-B14F-4D97-AF65-F5344CB8AC3E}">
        <p14:creationId xmlns:p14="http://schemas.microsoft.com/office/powerpoint/2010/main" xmlns="" val="382188714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7481F29-CA15-E097-968A-4A34F3AB68A2}"/>
              </a:ext>
            </a:extLst>
          </p:cNvPr>
          <p:cNvSpPr>
            <a:spLocks noGrp="1"/>
          </p:cNvSpPr>
          <p:nvPr>
            <p:ph type="title"/>
          </p:nvPr>
        </p:nvSpPr>
        <p:spPr/>
        <p:txBody>
          <a:bodyPr/>
          <a:lstStyle/>
          <a:p>
            <a:r>
              <a:rPr lang="en-IN" sz="3200" dirty="0"/>
              <a:t>Guided Media</a:t>
            </a:r>
          </a:p>
        </p:txBody>
      </p:sp>
      <p:sp>
        <p:nvSpPr>
          <p:cNvPr id="3" name="Content Placeholder 2">
            <a:extLst>
              <a:ext uri="{FF2B5EF4-FFF2-40B4-BE49-F238E27FC236}">
                <a16:creationId xmlns:a16="http://schemas.microsoft.com/office/drawing/2014/main" xmlns="" id="{0C3D57B9-A002-2D0D-F940-B4E16A593068}"/>
              </a:ext>
            </a:extLst>
          </p:cNvPr>
          <p:cNvSpPr>
            <a:spLocks noGrp="1"/>
          </p:cNvSpPr>
          <p:nvPr>
            <p:ph sz="quarter" idx="11"/>
          </p:nvPr>
        </p:nvSpPr>
        <p:spPr/>
        <p:txBody>
          <a:bodyPr/>
          <a:lstStyle/>
          <a:p>
            <a:r>
              <a:rPr lang="en-IN" b="1" dirty="0"/>
              <a:t>Optical Fiber</a:t>
            </a:r>
          </a:p>
        </p:txBody>
      </p:sp>
      <p:sp>
        <p:nvSpPr>
          <p:cNvPr id="5" name="Text Placeholder 4">
            <a:extLst>
              <a:ext uri="{FF2B5EF4-FFF2-40B4-BE49-F238E27FC236}">
                <a16:creationId xmlns:a16="http://schemas.microsoft.com/office/drawing/2014/main" xmlns="" id="{779D4447-44E8-3C9A-7842-B30A694475A8}"/>
              </a:ext>
            </a:extLst>
          </p:cNvPr>
          <p:cNvSpPr>
            <a:spLocks noGrp="1"/>
          </p:cNvSpPr>
          <p:nvPr>
            <p:ph type="body" sz="quarter" idx="39"/>
          </p:nvPr>
        </p:nvSpPr>
        <p:spPr/>
        <p:txBody>
          <a:bodyPr/>
          <a:lstStyle/>
          <a:p>
            <a:endParaRPr lang="en-IN"/>
          </a:p>
        </p:txBody>
      </p:sp>
      <p:sp>
        <p:nvSpPr>
          <p:cNvPr id="6" name="Text Placeholder 5">
            <a:extLst>
              <a:ext uri="{FF2B5EF4-FFF2-40B4-BE49-F238E27FC236}">
                <a16:creationId xmlns:a16="http://schemas.microsoft.com/office/drawing/2014/main" xmlns="" id="{F780CA95-7AD2-6E59-2A91-BEB2981104E5}"/>
              </a:ext>
            </a:extLst>
          </p:cNvPr>
          <p:cNvSpPr>
            <a:spLocks noGrp="1"/>
          </p:cNvSpPr>
          <p:nvPr>
            <p:ph type="body" sz="quarter" idx="40"/>
          </p:nvPr>
        </p:nvSpPr>
        <p:spPr/>
        <p:txBody>
          <a:bodyPr/>
          <a:lstStyle/>
          <a:p>
            <a:endParaRPr lang="en-IN"/>
          </a:p>
        </p:txBody>
      </p:sp>
      <p:sp>
        <p:nvSpPr>
          <p:cNvPr id="7" name="Slide Number Placeholder 6">
            <a:extLst>
              <a:ext uri="{FF2B5EF4-FFF2-40B4-BE49-F238E27FC236}">
                <a16:creationId xmlns:a16="http://schemas.microsoft.com/office/drawing/2014/main" xmlns="" id="{F51E6A87-1DD7-2E85-673E-5867ACC0BA1F}"/>
              </a:ext>
            </a:extLst>
          </p:cNvPr>
          <p:cNvSpPr>
            <a:spLocks noGrp="1"/>
          </p:cNvSpPr>
          <p:nvPr>
            <p:ph type="sldNum" sz="quarter" idx="10"/>
          </p:nvPr>
        </p:nvSpPr>
        <p:spPr/>
        <p:txBody>
          <a:bodyPr/>
          <a:lstStyle/>
          <a:p>
            <a:fld id="{68151E55-6873-49E2-B8D5-2F265E6F1973}" type="slidenum">
              <a:rPr lang="en-US" smtClean="0"/>
              <a:pPr/>
              <a:t>107</a:t>
            </a:fld>
            <a:endParaRPr lang="en-US"/>
          </a:p>
        </p:txBody>
      </p:sp>
      <p:pic>
        <p:nvPicPr>
          <p:cNvPr id="9" name="Picture 8">
            <a:extLst>
              <a:ext uri="{FF2B5EF4-FFF2-40B4-BE49-F238E27FC236}">
                <a16:creationId xmlns:a16="http://schemas.microsoft.com/office/drawing/2014/main" xmlns="" id="{4DA96396-20FE-54AE-97F6-F98AA3044231}"/>
              </a:ext>
            </a:extLst>
          </p:cNvPr>
          <p:cNvPicPr>
            <a:picLocks noChangeAspect="1"/>
          </p:cNvPicPr>
          <p:nvPr/>
        </p:nvPicPr>
        <p:blipFill>
          <a:blip r:embed="rId2"/>
          <a:stretch>
            <a:fillRect/>
          </a:stretch>
        </p:blipFill>
        <p:spPr>
          <a:xfrm>
            <a:off x="0" y="2238084"/>
            <a:ext cx="9003272" cy="2275550"/>
          </a:xfrm>
          <a:prstGeom prst="rect">
            <a:avLst/>
          </a:prstGeom>
        </p:spPr>
      </p:pic>
    </p:spTree>
    <p:extLst>
      <p:ext uri="{BB962C8B-B14F-4D97-AF65-F5344CB8AC3E}">
        <p14:creationId xmlns:p14="http://schemas.microsoft.com/office/powerpoint/2010/main" xmlns="" val="354751122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140EDE8-A164-478E-85BE-505955C1EE1F}"/>
              </a:ext>
            </a:extLst>
          </p:cNvPr>
          <p:cNvSpPr>
            <a:spLocks noGrp="1"/>
          </p:cNvSpPr>
          <p:nvPr>
            <p:ph type="title"/>
          </p:nvPr>
        </p:nvSpPr>
        <p:spPr>
          <a:xfrm>
            <a:off x="342900" y="159793"/>
            <a:ext cx="8458200" cy="678611"/>
          </a:xfrm>
        </p:spPr>
        <p:txBody>
          <a:bodyPr/>
          <a:lstStyle/>
          <a:p>
            <a:r>
              <a:rPr lang="en-IN" sz="2800" dirty="0"/>
              <a:t>Guided Media</a:t>
            </a:r>
          </a:p>
        </p:txBody>
      </p:sp>
      <p:sp>
        <p:nvSpPr>
          <p:cNvPr id="3" name="Content Placeholder 2">
            <a:extLst>
              <a:ext uri="{FF2B5EF4-FFF2-40B4-BE49-F238E27FC236}">
                <a16:creationId xmlns:a16="http://schemas.microsoft.com/office/drawing/2014/main" xmlns="" id="{873CF43A-E499-22BA-BD89-22CD05037659}"/>
              </a:ext>
            </a:extLst>
          </p:cNvPr>
          <p:cNvSpPr>
            <a:spLocks noGrp="1"/>
          </p:cNvSpPr>
          <p:nvPr>
            <p:ph sz="quarter" idx="11"/>
          </p:nvPr>
        </p:nvSpPr>
        <p:spPr>
          <a:xfrm>
            <a:off x="367152" y="727262"/>
            <a:ext cx="8458200" cy="2578937"/>
          </a:xfrm>
        </p:spPr>
        <p:txBody>
          <a:bodyPr/>
          <a:lstStyle/>
          <a:p>
            <a:r>
              <a:rPr lang="en-IN" b="1" dirty="0"/>
              <a:t>Propagation Modes</a:t>
            </a:r>
          </a:p>
          <a:p>
            <a:endParaRPr lang="en-IN" b="1" dirty="0"/>
          </a:p>
        </p:txBody>
      </p:sp>
      <p:sp>
        <p:nvSpPr>
          <p:cNvPr id="4" name="Content Placeholder 3">
            <a:extLst>
              <a:ext uri="{FF2B5EF4-FFF2-40B4-BE49-F238E27FC236}">
                <a16:creationId xmlns:a16="http://schemas.microsoft.com/office/drawing/2014/main" xmlns="" id="{06A1DC8A-D491-3CEE-F0B1-38251ED26234}"/>
              </a:ext>
            </a:extLst>
          </p:cNvPr>
          <p:cNvSpPr>
            <a:spLocks noGrp="1"/>
          </p:cNvSpPr>
          <p:nvPr>
            <p:ph sz="quarter" idx="15"/>
          </p:nvPr>
        </p:nvSpPr>
        <p:spPr>
          <a:xfrm>
            <a:off x="545072" y="3438016"/>
            <a:ext cx="8458200" cy="2377440"/>
          </a:xfrm>
        </p:spPr>
        <p:txBody>
          <a:bodyPr/>
          <a:lstStyle/>
          <a:p>
            <a:pPr algn="l"/>
            <a:r>
              <a:rPr lang="en-US" sz="2400" b="0" i="0" u="none" strike="noStrike" baseline="0" dirty="0">
                <a:latin typeface="Times-Roman"/>
              </a:rPr>
              <a:t>In </a:t>
            </a:r>
            <a:r>
              <a:rPr lang="en-US" sz="2400" b="1" i="0" u="none" strike="noStrike" baseline="0" dirty="0">
                <a:latin typeface="Times-Bold"/>
              </a:rPr>
              <a:t>multimode step-index fiber, </a:t>
            </a:r>
            <a:r>
              <a:rPr lang="en-US" sz="2400" b="0" i="0" u="none" strike="noStrike" baseline="0" dirty="0">
                <a:latin typeface="Times-Roman"/>
              </a:rPr>
              <a:t>the density of the core remains constant from the </a:t>
            </a:r>
            <a:r>
              <a:rPr lang="en-IN" sz="2400" b="0" i="0" u="none" strike="noStrike" baseline="0" dirty="0" err="1">
                <a:latin typeface="Times-Roman"/>
              </a:rPr>
              <a:t>center</a:t>
            </a:r>
            <a:r>
              <a:rPr lang="en-IN" sz="2400" b="0" i="0" u="none" strike="noStrike" baseline="0" dirty="0">
                <a:latin typeface="Times-Roman"/>
              </a:rPr>
              <a:t> to the edges.</a:t>
            </a:r>
          </a:p>
          <a:p>
            <a:pPr algn="l"/>
            <a:r>
              <a:rPr lang="en-IN" sz="2400" i="0" u="none" strike="noStrike" baseline="0" dirty="0">
                <a:latin typeface="Times-Bold"/>
              </a:rPr>
              <a:t>In </a:t>
            </a:r>
            <a:r>
              <a:rPr lang="en-IN" sz="2400" b="1" i="0" u="none" strike="noStrike" baseline="0" dirty="0">
                <a:latin typeface="Times-Bold"/>
              </a:rPr>
              <a:t>multimode graded-index </a:t>
            </a:r>
            <a:r>
              <a:rPr lang="en-IN" sz="2400" b="1" i="0" u="none" strike="noStrike" baseline="0" dirty="0" err="1">
                <a:latin typeface="Times-Bold"/>
              </a:rPr>
              <a:t>fiber</a:t>
            </a:r>
            <a:r>
              <a:rPr lang="en-IN" sz="2400" b="1" i="0" u="none" strike="noStrike" baseline="0" dirty="0">
                <a:latin typeface="Times-Bold"/>
              </a:rPr>
              <a:t>, </a:t>
            </a:r>
            <a:r>
              <a:rPr lang="en-US" sz="2400" b="0" i="0" u="none" strike="noStrike" baseline="0" dirty="0">
                <a:latin typeface="Times-Roman"/>
              </a:rPr>
              <a:t>Density is highest at the center of the core and decreases gradually to its lowest at the edge.</a:t>
            </a:r>
          </a:p>
          <a:p>
            <a:pPr algn="l"/>
            <a:r>
              <a:rPr lang="en-IN" sz="2400" b="0" i="0" u="none" strike="noStrike" baseline="0" dirty="0">
                <a:latin typeface="Times-Roman"/>
              </a:rPr>
              <a:t>The </a:t>
            </a:r>
            <a:r>
              <a:rPr lang="en-IN" sz="2400" b="1" i="0" u="none" strike="noStrike" baseline="0" dirty="0">
                <a:latin typeface="Times-Bold"/>
              </a:rPr>
              <a:t>single-mode </a:t>
            </a:r>
            <a:r>
              <a:rPr lang="en-IN" sz="2400" b="1" i="0" u="none" strike="noStrike" baseline="0" dirty="0" err="1">
                <a:latin typeface="Times-Bold"/>
              </a:rPr>
              <a:t>fiber</a:t>
            </a:r>
            <a:r>
              <a:rPr lang="en-IN" b="1" i="0" dirty="0">
                <a:latin typeface="Times-Bold"/>
              </a:rPr>
              <a:t> </a:t>
            </a:r>
            <a:r>
              <a:rPr lang="en-US" sz="2400" b="0" i="0" u="none" strike="noStrike" baseline="0" dirty="0">
                <a:latin typeface="Times-Roman"/>
              </a:rPr>
              <a:t>itself is manufactured with a much smaller diameter than that of multimode fiber, and with substantially lower density (index of refraction). </a:t>
            </a:r>
            <a:endParaRPr lang="en-IN" dirty="0"/>
          </a:p>
        </p:txBody>
      </p:sp>
      <p:sp>
        <p:nvSpPr>
          <p:cNvPr id="5" name="Text Placeholder 4">
            <a:extLst>
              <a:ext uri="{FF2B5EF4-FFF2-40B4-BE49-F238E27FC236}">
                <a16:creationId xmlns:a16="http://schemas.microsoft.com/office/drawing/2014/main" xmlns="" id="{E210F910-A3FD-4FAD-E44E-15D1210A06D1}"/>
              </a:ext>
            </a:extLst>
          </p:cNvPr>
          <p:cNvSpPr>
            <a:spLocks noGrp="1"/>
          </p:cNvSpPr>
          <p:nvPr>
            <p:ph type="body" sz="quarter" idx="39"/>
          </p:nvPr>
        </p:nvSpPr>
        <p:spPr/>
        <p:txBody>
          <a:bodyPr/>
          <a:lstStyle/>
          <a:p>
            <a:endParaRPr lang="en-IN"/>
          </a:p>
        </p:txBody>
      </p:sp>
      <p:sp>
        <p:nvSpPr>
          <p:cNvPr id="6" name="Text Placeholder 5">
            <a:extLst>
              <a:ext uri="{FF2B5EF4-FFF2-40B4-BE49-F238E27FC236}">
                <a16:creationId xmlns:a16="http://schemas.microsoft.com/office/drawing/2014/main" xmlns="" id="{46A1F160-385A-6BAC-0796-21C5F1D188E2}"/>
              </a:ext>
            </a:extLst>
          </p:cNvPr>
          <p:cNvSpPr>
            <a:spLocks noGrp="1"/>
          </p:cNvSpPr>
          <p:nvPr>
            <p:ph type="body" sz="quarter" idx="40"/>
          </p:nvPr>
        </p:nvSpPr>
        <p:spPr/>
        <p:txBody>
          <a:bodyPr/>
          <a:lstStyle/>
          <a:p>
            <a:endParaRPr lang="en-IN" dirty="0"/>
          </a:p>
        </p:txBody>
      </p:sp>
      <p:sp>
        <p:nvSpPr>
          <p:cNvPr id="7" name="Slide Number Placeholder 6">
            <a:extLst>
              <a:ext uri="{FF2B5EF4-FFF2-40B4-BE49-F238E27FC236}">
                <a16:creationId xmlns:a16="http://schemas.microsoft.com/office/drawing/2014/main" xmlns="" id="{1A59E79A-6945-E6C8-BDCF-99E7E6C108F6}"/>
              </a:ext>
            </a:extLst>
          </p:cNvPr>
          <p:cNvSpPr>
            <a:spLocks noGrp="1"/>
          </p:cNvSpPr>
          <p:nvPr>
            <p:ph type="sldNum" sz="quarter" idx="10"/>
          </p:nvPr>
        </p:nvSpPr>
        <p:spPr/>
        <p:txBody>
          <a:bodyPr/>
          <a:lstStyle/>
          <a:p>
            <a:fld id="{68151E55-6873-49E2-B8D5-2F265E6F1973}" type="slidenum">
              <a:rPr lang="en-US" smtClean="0"/>
              <a:pPr/>
              <a:t>108</a:t>
            </a:fld>
            <a:endParaRPr lang="en-US"/>
          </a:p>
        </p:txBody>
      </p:sp>
      <p:pic>
        <p:nvPicPr>
          <p:cNvPr id="9" name="Picture 8">
            <a:extLst>
              <a:ext uri="{FF2B5EF4-FFF2-40B4-BE49-F238E27FC236}">
                <a16:creationId xmlns:a16="http://schemas.microsoft.com/office/drawing/2014/main" xmlns="" id="{DF884C34-2BF6-054B-092A-12F552839BDE}"/>
              </a:ext>
            </a:extLst>
          </p:cNvPr>
          <p:cNvPicPr>
            <a:picLocks noChangeAspect="1"/>
          </p:cNvPicPr>
          <p:nvPr/>
        </p:nvPicPr>
        <p:blipFill>
          <a:blip r:embed="rId2"/>
          <a:stretch>
            <a:fillRect/>
          </a:stretch>
        </p:blipFill>
        <p:spPr>
          <a:xfrm>
            <a:off x="1075826" y="1149093"/>
            <a:ext cx="7878274" cy="2105319"/>
          </a:xfrm>
          <a:prstGeom prst="rect">
            <a:avLst/>
          </a:prstGeom>
        </p:spPr>
      </p:pic>
    </p:spTree>
    <p:extLst>
      <p:ext uri="{BB962C8B-B14F-4D97-AF65-F5344CB8AC3E}">
        <p14:creationId xmlns:p14="http://schemas.microsoft.com/office/powerpoint/2010/main" xmlns="" val="262792652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991F5EC-5148-4814-656E-D413A479C1D0}"/>
              </a:ext>
            </a:extLst>
          </p:cNvPr>
          <p:cNvSpPr>
            <a:spLocks noGrp="1"/>
          </p:cNvSpPr>
          <p:nvPr>
            <p:ph type="title"/>
          </p:nvPr>
        </p:nvSpPr>
        <p:spPr/>
        <p:txBody>
          <a:bodyPr/>
          <a:lstStyle/>
          <a:p>
            <a:r>
              <a:rPr lang="en-IN" b="1" dirty="0"/>
              <a:t>Propagation Modes</a:t>
            </a:r>
          </a:p>
        </p:txBody>
      </p:sp>
      <p:sp>
        <p:nvSpPr>
          <p:cNvPr id="3" name="Content Placeholder 2">
            <a:extLst>
              <a:ext uri="{FF2B5EF4-FFF2-40B4-BE49-F238E27FC236}">
                <a16:creationId xmlns:a16="http://schemas.microsoft.com/office/drawing/2014/main" xmlns="" id="{BC6E3BAF-0DEF-3F78-17D1-0883EF4F207E}"/>
              </a:ext>
            </a:extLst>
          </p:cNvPr>
          <p:cNvSpPr>
            <a:spLocks noGrp="1"/>
          </p:cNvSpPr>
          <p:nvPr>
            <p:ph sz="quarter" idx="11"/>
          </p:nvPr>
        </p:nvSpPr>
        <p:spPr/>
        <p:txBody>
          <a:bodyPr/>
          <a:lstStyle/>
          <a:p>
            <a:endParaRPr lang="en-IN"/>
          </a:p>
        </p:txBody>
      </p:sp>
      <p:sp>
        <p:nvSpPr>
          <p:cNvPr id="4" name="Content Placeholder 3">
            <a:extLst>
              <a:ext uri="{FF2B5EF4-FFF2-40B4-BE49-F238E27FC236}">
                <a16:creationId xmlns:a16="http://schemas.microsoft.com/office/drawing/2014/main" xmlns="" id="{3C4E8D7E-B8D8-2C76-479D-DAD557F91924}"/>
              </a:ext>
            </a:extLst>
          </p:cNvPr>
          <p:cNvSpPr>
            <a:spLocks noGrp="1"/>
          </p:cNvSpPr>
          <p:nvPr>
            <p:ph sz="quarter" idx="15"/>
          </p:nvPr>
        </p:nvSpPr>
        <p:spPr/>
        <p:txBody>
          <a:bodyPr/>
          <a:lstStyle/>
          <a:p>
            <a:endParaRPr lang="en-IN"/>
          </a:p>
        </p:txBody>
      </p:sp>
      <p:sp>
        <p:nvSpPr>
          <p:cNvPr id="5" name="Text Placeholder 4">
            <a:extLst>
              <a:ext uri="{FF2B5EF4-FFF2-40B4-BE49-F238E27FC236}">
                <a16:creationId xmlns:a16="http://schemas.microsoft.com/office/drawing/2014/main" xmlns="" id="{4F7D497C-77E9-3250-DA91-55B0173A0B77}"/>
              </a:ext>
            </a:extLst>
          </p:cNvPr>
          <p:cNvSpPr>
            <a:spLocks noGrp="1"/>
          </p:cNvSpPr>
          <p:nvPr>
            <p:ph type="body" sz="quarter" idx="39"/>
          </p:nvPr>
        </p:nvSpPr>
        <p:spPr/>
        <p:txBody>
          <a:bodyPr/>
          <a:lstStyle/>
          <a:p>
            <a:endParaRPr lang="en-IN"/>
          </a:p>
        </p:txBody>
      </p:sp>
      <p:sp>
        <p:nvSpPr>
          <p:cNvPr id="6" name="Text Placeholder 5">
            <a:extLst>
              <a:ext uri="{FF2B5EF4-FFF2-40B4-BE49-F238E27FC236}">
                <a16:creationId xmlns:a16="http://schemas.microsoft.com/office/drawing/2014/main" xmlns="" id="{6BAB2D46-566D-0E93-8BA5-125052BD4780}"/>
              </a:ext>
            </a:extLst>
          </p:cNvPr>
          <p:cNvSpPr>
            <a:spLocks noGrp="1"/>
          </p:cNvSpPr>
          <p:nvPr>
            <p:ph type="body" sz="quarter" idx="40"/>
          </p:nvPr>
        </p:nvSpPr>
        <p:spPr/>
        <p:txBody>
          <a:bodyPr/>
          <a:lstStyle/>
          <a:p>
            <a:endParaRPr lang="en-IN"/>
          </a:p>
        </p:txBody>
      </p:sp>
      <p:sp>
        <p:nvSpPr>
          <p:cNvPr id="7" name="Slide Number Placeholder 6">
            <a:extLst>
              <a:ext uri="{FF2B5EF4-FFF2-40B4-BE49-F238E27FC236}">
                <a16:creationId xmlns:a16="http://schemas.microsoft.com/office/drawing/2014/main" xmlns="" id="{ABE3D6FD-C649-B263-A892-5265B0440B91}"/>
              </a:ext>
            </a:extLst>
          </p:cNvPr>
          <p:cNvSpPr>
            <a:spLocks noGrp="1"/>
          </p:cNvSpPr>
          <p:nvPr>
            <p:ph type="sldNum" sz="quarter" idx="10"/>
          </p:nvPr>
        </p:nvSpPr>
        <p:spPr/>
        <p:txBody>
          <a:bodyPr/>
          <a:lstStyle/>
          <a:p>
            <a:fld id="{68151E55-6873-49E2-B8D5-2F265E6F1973}" type="slidenum">
              <a:rPr lang="en-US" smtClean="0"/>
              <a:pPr/>
              <a:t>109</a:t>
            </a:fld>
            <a:endParaRPr lang="en-US"/>
          </a:p>
        </p:txBody>
      </p:sp>
      <p:pic>
        <p:nvPicPr>
          <p:cNvPr id="9" name="Picture 8">
            <a:extLst>
              <a:ext uri="{FF2B5EF4-FFF2-40B4-BE49-F238E27FC236}">
                <a16:creationId xmlns:a16="http://schemas.microsoft.com/office/drawing/2014/main" xmlns="" id="{65C49112-E664-24E7-9A6E-1FDFF7329F40}"/>
              </a:ext>
            </a:extLst>
          </p:cNvPr>
          <p:cNvPicPr>
            <a:picLocks noChangeAspect="1"/>
          </p:cNvPicPr>
          <p:nvPr/>
        </p:nvPicPr>
        <p:blipFill>
          <a:blip r:embed="rId2"/>
          <a:stretch>
            <a:fillRect/>
          </a:stretch>
        </p:blipFill>
        <p:spPr>
          <a:xfrm>
            <a:off x="214009" y="950171"/>
            <a:ext cx="8929991" cy="5846870"/>
          </a:xfrm>
          <a:prstGeom prst="rect">
            <a:avLst/>
          </a:prstGeom>
        </p:spPr>
      </p:pic>
    </p:spTree>
    <p:extLst>
      <p:ext uri="{BB962C8B-B14F-4D97-AF65-F5344CB8AC3E}">
        <p14:creationId xmlns:p14="http://schemas.microsoft.com/office/powerpoint/2010/main" xmlns="" val="224423184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EA364A-87DD-3553-CDBC-7BEACB14E4DD}"/>
              </a:ext>
            </a:extLst>
          </p:cNvPr>
          <p:cNvSpPr>
            <a:spLocks noGrp="1"/>
          </p:cNvSpPr>
          <p:nvPr>
            <p:ph type="title"/>
          </p:nvPr>
        </p:nvSpPr>
        <p:spPr>
          <a:xfrm>
            <a:off x="342900" y="42296"/>
            <a:ext cx="8458200" cy="678611"/>
          </a:xfrm>
        </p:spPr>
        <p:txBody>
          <a:bodyPr/>
          <a:lstStyle/>
          <a:p>
            <a:r>
              <a:rPr lang="en-IN" sz="2400" dirty="0"/>
              <a:t>Guided Media</a:t>
            </a:r>
            <a:endParaRPr lang="en-IN" dirty="0"/>
          </a:p>
        </p:txBody>
      </p:sp>
      <p:sp>
        <p:nvSpPr>
          <p:cNvPr id="3" name="Content Placeholder 2">
            <a:extLst>
              <a:ext uri="{FF2B5EF4-FFF2-40B4-BE49-F238E27FC236}">
                <a16:creationId xmlns:a16="http://schemas.microsoft.com/office/drawing/2014/main" xmlns="" id="{E6D5E2D4-27EB-AEE9-319A-E73141BC1B3D}"/>
              </a:ext>
            </a:extLst>
          </p:cNvPr>
          <p:cNvSpPr>
            <a:spLocks noGrp="1"/>
          </p:cNvSpPr>
          <p:nvPr>
            <p:ph sz="quarter" idx="11"/>
          </p:nvPr>
        </p:nvSpPr>
        <p:spPr>
          <a:xfrm>
            <a:off x="342900" y="770877"/>
            <a:ext cx="8458200" cy="2377440"/>
          </a:xfrm>
        </p:spPr>
        <p:txBody>
          <a:bodyPr/>
          <a:lstStyle/>
          <a:p>
            <a:r>
              <a:rPr lang="en-IN" sz="2400" b="1" i="1" u="none" strike="noStrike" baseline="0" dirty="0">
                <a:latin typeface="Times-Italic"/>
              </a:rPr>
              <a:t>Fiber construction</a:t>
            </a:r>
            <a:endParaRPr lang="en-IN" b="1" dirty="0"/>
          </a:p>
        </p:txBody>
      </p:sp>
      <p:sp>
        <p:nvSpPr>
          <p:cNvPr id="4" name="Content Placeholder 3">
            <a:extLst>
              <a:ext uri="{FF2B5EF4-FFF2-40B4-BE49-F238E27FC236}">
                <a16:creationId xmlns:a16="http://schemas.microsoft.com/office/drawing/2014/main" xmlns="" id="{719FF8B3-3C73-8684-CDBE-7A955234AF07}"/>
              </a:ext>
            </a:extLst>
          </p:cNvPr>
          <p:cNvSpPr>
            <a:spLocks noGrp="1"/>
          </p:cNvSpPr>
          <p:nvPr>
            <p:ph sz="quarter" idx="15"/>
          </p:nvPr>
        </p:nvSpPr>
        <p:spPr>
          <a:xfrm>
            <a:off x="342900" y="3096198"/>
            <a:ext cx="8458200" cy="2779089"/>
          </a:xfrm>
        </p:spPr>
        <p:txBody>
          <a:bodyPr/>
          <a:lstStyle/>
          <a:p>
            <a:r>
              <a:rPr lang="en-IN" sz="2400" b="1" i="1" u="none" strike="noStrike" baseline="0" dirty="0">
                <a:latin typeface="Times-Italic"/>
              </a:rPr>
              <a:t>Fiber-optic cable connectors</a:t>
            </a:r>
          </a:p>
          <a:p>
            <a:pPr marL="285750" indent="-285750">
              <a:buFont typeface="Arial" panose="020B0604020202020204" pitchFamily="34" charset="0"/>
              <a:buChar char="•"/>
            </a:pPr>
            <a:r>
              <a:rPr lang="en-IN" sz="1800" b="1" i="0" dirty="0">
                <a:latin typeface="Times-Bold"/>
              </a:rPr>
              <a:t>S</a:t>
            </a:r>
            <a:r>
              <a:rPr lang="en-IN" sz="1800" b="1" i="0" u="none" strike="noStrike" baseline="0" dirty="0">
                <a:latin typeface="Times-Bold"/>
              </a:rPr>
              <a:t>ubscriber </a:t>
            </a:r>
            <a:r>
              <a:rPr lang="en-IN" sz="1800" b="1" i="0" dirty="0">
                <a:latin typeface="Times-Bold"/>
              </a:rPr>
              <a:t>C</a:t>
            </a:r>
            <a:r>
              <a:rPr lang="en-IN" sz="1800" b="1" i="0" u="none" strike="noStrike" baseline="0" dirty="0">
                <a:latin typeface="Times-Bold"/>
              </a:rPr>
              <a:t>hannel (SC)</a:t>
            </a:r>
          </a:p>
          <a:p>
            <a:pPr marL="285750" indent="-285750">
              <a:buFont typeface="Arial" panose="020B0604020202020204" pitchFamily="34" charset="0"/>
              <a:buChar char="•"/>
            </a:pPr>
            <a:r>
              <a:rPr lang="en-IN" sz="1800" b="1" i="0" dirty="0">
                <a:latin typeface="Times-Bold"/>
              </a:rPr>
              <a:t>S</a:t>
            </a:r>
            <a:r>
              <a:rPr lang="en-IN" sz="1800" b="1" i="0" u="none" strike="noStrike" baseline="0" dirty="0">
                <a:latin typeface="Times-Bold"/>
              </a:rPr>
              <a:t>traight-Tip (ST)</a:t>
            </a:r>
            <a:endParaRPr lang="en-IN" sz="1800" b="1" i="0" dirty="0">
              <a:latin typeface="Times-Bold"/>
            </a:endParaRPr>
          </a:p>
          <a:p>
            <a:pPr marL="285750" indent="-285750">
              <a:buFont typeface="Arial" panose="020B0604020202020204" pitchFamily="34" charset="0"/>
              <a:buChar char="•"/>
            </a:pPr>
            <a:r>
              <a:rPr lang="en-IN" sz="1800" b="1" i="0" u="none" strike="noStrike" baseline="0" dirty="0">
                <a:latin typeface="Times-Bold"/>
              </a:rPr>
              <a:t>MT-RJ</a:t>
            </a:r>
            <a:endParaRPr lang="en-IN" b="1" dirty="0"/>
          </a:p>
        </p:txBody>
      </p:sp>
      <p:sp>
        <p:nvSpPr>
          <p:cNvPr id="5" name="Text Placeholder 4">
            <a:extLst>
              <a:ext uri="{FF2B5EF4-FFF2-40B4-BE49-F238E27FC236}">
                <a16:creationId xmlns:a16="http://schemas.microsoft.com/office/drawing/2014/main" xmlns="" id="{C6147C80-3B2C-63E3-B8A5-BD5F3CE7AD3D}"/>
              </a:ext>
            </a:extLst>
          </p:cNvPr>
          <p:cNvSpPr>
            <a:spLocks noGrp="1"/>
          </p:cNvSpPr>
          <p:nvPr>
            <p:ph type="body" sz="quarter" idx="39"/>
          </p:nvPr>
        </p:nvSpPr>
        <p:spPr/>
        <p:txBody>
          <a:bodyPr/>
          <a:lstStyle/>
          <a:p>
            <a:endParaRPr lang="en-IN"/>
          </a:p>
        </p:txBody>
      </p:sp>
      <p:sp>
        <p:nvSpPr>
          <p:cNvPr id="6" name="Text Placeholder 5">
            <a:extLst>
              <a:ext uri="{FF2B5EF4-FFF2-40B4-BE49-F238E27FC236}">
                <a16:creationId xmlns:a16="http://schemas.microsoft.com/office/drawing/2014/main" xmlns="" id="{E74E1A0B-E18C-C7FB-FD34-C097A45791BB}"/>
              </a:ext>
            </a:extLst>
          </p:cNvPr>
          <p:cNvSpPr>
            <a:spLocks noGrp="1"/>
          </p:cNvSpPr>
          <p:nvPr>
            <p:ph type="body" sz="quarter" idx="40"/>
          </p:nvPr>
        </p:nvSpPr>
        <p:spPr/>
        <p:txBody>
          <a:bodyPr/>
          <a:lstStyle/>
          <a:p>
            <a:endParaRPr lang="en-IN"/>
          </a:p>
        </p:txBody>
      </p:sp>
      <p:sp>
        <p:nvSpPr>
          <p:cNvPr id="7" name="Slide Number Placeholder 6">
            <a:extLst>
              <a:ext uri="{FF2B5EF4-FFF2-40B4-BE49-F238E27FC236}">
                <a16:creationId xmlns:a16="http://schemas.microsoft.com/office/drawing/2014/main" xmlns="" id="{A8D4AA11-A1B4-1911-A1DB-9600D1C1FBF1}"/>
              </a:ext>
            </a:extLst>
          </p:cNvPr>
          <p:cNvSpPr>
            <a:spLocks noGrp="1"/>
          </p:cNvSpPr>
          <p:nvPr>
            <p:ph type="sldNum" sz="quarter" idx="10"/>
          </p:nvPr>
        </p:nvSpPr>
        <p:spPr/>
        <p:txBody>
          <a:bodyPr/>
          <a:lstStyle/>
          <a:p>
            <a:fld id="{68151E55-6873-49E2-B8D5-2F265E6F1973}" type="slidenum">
              <a:rPr lang="en-US" smtClean="0"/>
              <a:pPr/>
              <a:t>110</a:t>
            </a:fld>
            <a:endParaRPr lang="en-US"/>
          </a:p>
        </p:txBody>
      </p:sp>
      <p:pic>
        <p:nvPicPr>
          <p:cNvPr id="9" name="Picture 8">
            <a:extLst>
              <a:ext uri="{FF2B5EF4-FFF2-40B4-BE49-F238E27FC236}">
                <a16:creationId xmlns:a16="http://schemas.microsoft.com/office/drawing/2014/main" xmlns="" id="{31D9A1B0-7184-3891-E40C-1B3D9FEA349B}"/>
              </a:ext>
            </a:extLst>
          </p:cNvPr>
          <p:cNvPicPr>
            <a:picLocks noChangeAspect="1"/>
          </p:cNvPicPr>
          <p:nvPr/>
        </p:nvPicPr>
        <p:blipFill>
          <a:blip r:embed="rId2"/>
          <a:stretch>
            <a:fillRect/>
          </a:stretch>
        </p:blipFill>
        <p:spPr>
          <a:xfrm>
            <a:off x="3018006" y="215383"/>
            <a:ext cx="5851188" cy="3057027"/>
          </a:xfrm>
          <a:prstGeom prst="rect">
            <a:avLst/>
          </a:prstGeom>
        </p:spPr>
      </p:pic>
      <p:pic>
        <p:nvPicPr>
          <p:cNvPr id="11" name="Picture 10">
            <a:extLst>
              <a:ext uri="{FF2B5EF4-FFF2-40B4-BE49-F238E27FC236}">
                <a16:creationId xmlns:a16="http://schemas.microsoft.com/office/drawing/2014/main" xmlns="" id="{6B708E53-2BC4-B970-E320-C559D373D5D8}"/>
              </a:ext>
            </a:extLst>
          </p:cNvPr>
          <p:cNvPicPr>
            <a:picLocks noChangeAspect="1"/>
          </p:cNvPicPr>
          <p:nvPr/>
        </p:nvPicPr>
        <p:blipFill>
          <a:blip r:embed="rId3"/>
          <a:stretch>
            <a:fillRect/>
          </a:stretch>
        </p:blipFill>
        <p:spPr>
          <a:xfrm>
            <a:off x="3152084" y="3574046"/>
            <a:ext cx="5851188" cy="2886231"/>
          </a:xfrm>
          <a:prstGeom prst="rect">
            <a:avLst/>
          </a:prstGeom>
        </p:spPr>
      </p:pic>
    </p:spTree>
    <p:extLst>
      <p:ext uri="{BB962C8B-B14F-4D97-AF65-F5344CB8AC3E}">
        <p14:creationId xmlns:p14="http://schemas.microsoft.com/office/powerpoint/2010/main" xmlns="" val="160834049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xmlns="" id="{B7E12401-5B6F-0411-9C92-F451C66A107D}"/>
              </a:ext>
            </a:extLst>
          </p:cNvPr>
          <p:cNvSpPr>
            <a:spLocks noGrp="1"/>
          </p:cNvSpPr>
          <p:nvPr>
            <p:ph sz="quarter" idx="11"/>
          </p:nvPr>
        </p:nvSpPr>
        <p:spPr>
          <a:xfrm>
            <a:off x="342900" y="430404"/>
            <a:ext cx="8458200" cy="5532652"/>
          </a:xfrm>
        </p:spPr>
        <p:txBody>
          <a:bodyPr/>
          <a:lstStyle/>
          <a:p>
            <a:r>
              <a:rPr lang="en-US" sz="2800" b="1" i="0" u="none" strike="noStrike" baseline="0" dirty="0">
                <a:latin typeface="Times-Bold"/>
              </a:rPr>
              <a:t>Advantages of Optical Fiber</a:t>
            </a:r>
          </a:p>
          <a:p>
            <a:endParaRPr lang="en-US" b="1" i="0" u="none" strike="noStrike" baseline="0" dirty="0">
              <a:latin typeface="Times-Bold"/>
            </a:endParaRPr>
          </a:p>
          <a:p>
            <a:pPr algn="l"/>
            <a:r>
              <a:rPr lang="en-US" sz="2000" b="1" i="0" u="none" strike="noStrike" baseline="0" dirty="0">
                <a:latin typeface="Times-Bold"/>
              </a:rPr>
              <a:t>Higher bandwidth. </a:t>
            </a:r>
            <a:r>
              <a:rPr lang="en-US" sz="2000" b="0" i="0" u="none" strike="noStrike" baseline="0" dirty="0">
                <a:latin typeface="Times-Roman"/>
              </a:rPr>
              <a:t>Fiber-optic cable can support dramatically higher bandwidths than either twisted-pair or coaxial cable.</a:t>
            </a:r>
            <a:endParaRPr lang="en-US" sz="2000" b="1" i="0" dirty="0">
              <a:latin typeface="Times-Bold"/>
            </a:endParaRPr>
          </a:p>
          <a:p>
            <a:pPr algn="l"/>
            <a:r>
              <a:rPr lang="en-US" sz="2000" b="1" i="0" u="none" strike="noStrike" baseline="0" dirty="0">
                <a:solidFill>
                  <a:srgbClr val="000000"/>
                </a:solidFill>
                <a:latin typeface="Times-Bold"/>
              </a:rPr>
              <a:t>Less signal attenuation. </a:t>
            </a:r>
            <a:r>
              <a:rPr lang="en-US" sz="2000" b="0" i="0" u="none" strike="noStrike" baseline="0" dirty="0">
                <a:solidFill>
                  <a:srgbClr val="000000"/>
                </a:solidFill>
                <a:latin typeface="Times-Roman"/>
              </a:rPr>
              <a:t>Fiber-optic transmission distance is significantly greater than that of other guided media. A signal can run for 50 km without requiring regeneration. We need repeaters every 5 km for coaxial or twisted-pair cable.</a:t>
            </a:r>
          </a:p>
          <a:p>
            <a:pPr algn="l"/>
            <a:r>
              <a:rPr lang="en-US" sz="2000" b="0" i="0" u="none" strike="noStrike" baseline="0" dirty="0">
                <a:solidFill>
                  <a:srgbClr val="00FFFF"/>
                </a:solidFill>
                <a:latin typeface="ZapfDingbats"/>
              </a:rPr>
              <a:t> </a:t>
            </a:r>
            <a:r>
              <a:rPr lang="en-US" sz="2000" b="1" i="0" u="none" strike="noStrike" baseline="0" dirty="0">
                <a:solidFill>
                  <a:srgbClr val="000000"/>
                </a:solidFill>
                <a:latin typeface="Times-Bold"/>
              </a:rPr>
              <a:t>Immunity to electromagnetic interference. </a:t>
            </a:r>
            <a:r>
              <a:rPr lang="en-US" sz="2000" b="0" i="0" u="none" strike="noStrike" baseline="0" dirty="0">
                <a:solidFill>
                  <a:srgbClr val="000000"/>
                </a:solidFill>
                <a:latin typeface="Times-Roman"/>
              </a:rPr>
              <a:t>Electromagnetic noise cannot affect f</a:t>
            </a:r>
            <a:r>
              <a:rPr lang="en-IN" sz="2000" b="0" i="0" u="none" strike="noStrike" baseline="0" dirty="0" err="1">
                <a:solidFill>
                  <a:srgbClr val="000000"/>
                </a:solidFill>
                <a:latin typeface="Times-Roman"/>
              </a:rPr>
              <a:t>iber</a:t>
            </a:r>
            <a:r>
              <a:rPr lang="en-IN" sz="2000" b="0" i="0" u="none" strike="noStrike" baseline="0" dirty="0">
                <a:solidFill>
                  <a:srgbClr val="000000"/>
                </a:solidFill>
                <a:latin typeface="Times-Roman"/>
              </a:rPr>
              <a:t>-optic cables.</a:t>
            </a:r>
          </a:p>
          <a:p>
            <a:pPr algn="l"/>
            <a:r>
              <a:rPr lang="en-US" sz="2000" b="0" i="0" u="none" strike="noStrike" baseline="0" dirty="0">
                <a:solidFill>
                  <a:srgbClr val="00FFFF"/>
                </a:solidFill>
                <a:latin typeface="ZapfDingbats"/>
              </a:rPr>
              <a:t> </a:t>
            </a:r>
            <a:r>
              <a:rPr lang="en-US" sz="2000" b="1" i="0" u="none" strike="noStrike" baseline="0" dirty="0">
                <a:solidFill>
                  <a:srgbClr val="000000"/>
                </a:solidFill>
                <a:latin typeface="Times-Bold"/>
              </a:rPr>
              <a:t>Resistance to corrosive materials. </a:t>
            </a:r>
            <a:r>
              <a:rPr lang="en-US" sz="2000" b="0" i="0" u="none" strike="noStrike" baseline="0" dirty="0">
                <a:solidFill>
                  <a:srgbClr val="000000"/>
                </a:solidFill>
                <a:latin typeface="Times-Roman"/>
              </a:rPr>
              <a:t>Glass is more resistant to corrosive materials </a:t>
            </a:r>
            <a:r>
              <a:rPr lang="en-IN" sz="2000" b="0" i="0" u="none" strike="noStrike" baseline="0" dirty="0">
                <a:solidFill>
                  <a:srgbClr val="000000"/>
                </a:solidFill>
                <a:latin typeface="Times-Roman"/>
              </a:rPr>
              <a:t>than copper.</a:t>
            </a:r>
          </a:p>
          <a:p>
            <a:pPr algn="l"/>
            <a:r>
              <a:rPr lang="en-US" sz="2000" b="1" i="0" u="none" strike="noStrike" baseline="0" dirty="0">
                <a:solidFill>
                  <a:srgbClr val="000000"/>
                </a:solidFill>
                <a:latin typeface="Times-Bold"/>
              </a:rPr>
              <a:t>Light weight. </a:t>
            </a:r>
            <a:r>
              <a:rPr lang="en-US" sz="2000" b="0" i="0" u="none" strike="noStrike" baseline="0" dirty="0">
                <a:solidFill>
                  <a:srgbClr val="000000"/>
                </a:solidFill>
                <a:latin typeface="Times-Roman"/>
              </a:rPr>
              <a:t>Fiber-optic cables are much lighter than copper cables.</a:t>
            </a:r>
          </a:p>
          <a:p>
            <a:pPr algn="l"/>
            <a:r>
              <a:rPr lang="en-US" sz="2000" b="1" i="0" u="none" strike="noStrike" baseline="0" dirty="0">
                <a:solidFill>
                  <a:srgbClr val="000000"/>
                </a:solidFill>
                <a:latin typeface="Times-Bold"/>
              </a:rPr>
              <a:t>Greater immunity to tapping. </a:t>
            </a:r>
            <a:r>
              <a:rPr lang="en-US" sz="2000" b="0" i="0" u="none" strike="noStrike" baseline="0" dirty="0">
                <a:solidFill>
                  <a:srgbClr val="000000"/>
                </a:solidFill>
                <a:latin typeface="Times-Roman"/>
              </a:rPr>
              <a:t>Fiber-optic cables are more immune to tapping than copper cables. Copper cables create antenna effects that can easily be tapped.</a:t>
            </a:r>
            <a:endParaRPr lang="en-IN" sz="2800" dirty="0"/>
          </a:p>
        </p:txBody>
      </p:sp>
      <p:sp>
        <p:nvSpPr>
          <p:cNvPr id="10" name="Text Placeholder 9">
            <a:extLst>
              <a:ext uri="{FF2B5EF4-FFF2-40B4-BE49-F238E27FC236}">
                <a16:creationId xmlns:a16="http://schemas.microsoft.com/office/drawing/2014/main" xmlns="" id="{C4E52652-C152-B17F-C17D-CC87A1E06C66}"/>
              </a:ext>
            </a:extLst>
          </p:cNvPr>
          <p:cNvSpPr>
            <a:spLocks noGrp="1"/>
          </p:cNvSpPr>
          <p:nvPr>
            <p:ph type="body" sz="quarter" idx="39"/>
          </p:nvPr>
        </p:nvSpPr>
        <p:spPr/>
        <p:txBody>
          <a:bodyPr/>
          <a:lstStyle/>
          <a:p>
            <a:endParaRPr lang="en-IN"/>
          </a:p>
        </p:txBody>
      </p:sp>
      <p:sp>
        <p:nvSpPr>
          <p:cNvPr id="11" name="Text Placeholder 10">
            <a:extLst>
              <a:ext uri="{FF2B5EF4-FFF2-40B4-BE49-F238E27FC236}">
                <a16:creationId xmlns:a16="http://schemas.microsoft.com/office/drawing/2014/main" xmlns="" id="{8ED3D4CA-EE6C-7453-7087-181FBA271124}"/>
              </a:ext>
            </a:extLst>
          </p:cNvPr>
          <p:cNvSpPr>
            <a:spLocks noGrp="1"/>
          </p:cNvSpPr>
          <p:nvPr>
            <p:ph type="body" sz="quarter" idx="40"/>
          </p:nvPr>
        </p:nvSpPr>
        <p:spPr/>
        <p:txBody>
          <a:bodyPr/>
          <a:lstStyle/>
          <a:p>
            <a:endParaRPr lang="en-IN"/>
          </a:p>
        </p:txBody>
      </p:sp>
      <p:sp>
        <p:nvSpPr>
          <p:cNvPr id="7" name="Slide Number Placeholder 6">
            <a:extLst>
              <a:ext uri="{FF2B5EF4-FFF2-40B4-BE49-F238E27FC236}">
                <a16:creationId xmlns:a16="http://schemas.microsoft.com/office/drawing/2014/main" xmlns="" id="{3989D57A-16B3-51F6-C678-E0F08259E14F}"/>
              </a:ext>
            </a:extLst>
          </p:cNvPr>
          <p:cNvSpPr>
            <a:spLocks noGrp="1"/>
          </p:cNvSpPr>
          <p:nvPr>
            <p:ph type="sldNum" sz="quarter" idx="10"/>
          </p:nvPr>
        </p:nvSpPr>
        <p:spPr/>
        <p:txBody>
          <a:bodyPr/>
          <a:lstStyle/>
          <a:p>
            <a:fld id="{68151E55-6873-49E2-B8D5-2F265E6F1973}" type="slidenum">
              <a:rPr lang="en-US" smtClean="0"/>
              <a:pPr/>
              <a:t>111</a:t>
            </a:fld>
            <a:endParaRPr lang="en-US"/>
          </a:p>
        </p:txBody>
      </p:sp>
    </p:spTree>
    <p:extLst>
      <p:ext uri="{BB962C8B-B14F-4D97-AF65-F5344CB8AC3E}">
        <p14:creationId xmlns:p14="http://schemas.microsoft.com/office/powerpoint/2010/main" xmlns="" val="334236013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76B7F2B-2058-4E95-307B-90D0E18BBE1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FC601055-6BA0-F399-D01F-1B841BEDB3EE}"/>
              </a:ext>
            </a:extLst>
          </p:cNvPr>
          <p:cNvSpPr>
            <a:spLocks noGrp="1"/>
          </p:cNvSpPr>
          <p:nvPr>
            <p:ph sz="quarter" idx="11"/>
          </p:nvPr>
        </p:nvSpPr>
        <p:spPr>
          <a:xfrm>
            <a:off x="342900" y="983411"/>
            <a:ext cx="8458200" cy="4840702"/>
          </a:xfrm>
        </p:spPr>
        <p:txBody>
          <a:bodyPr/>
          <a:lstStyle/>
          <a:p>
            <a:r>
              <a:rPr lang="en-US" sz="2800" b="1" i="0" u="none" strike="noStrike" baseline="0" dirty="0">
                <a:latin typeface="Times-Bold"/>
              </a:rPr>
              <a:t>Disadvantages of Optical Fiber</a:t>
            </a:r>
          </a:p>
          <a:p>
            <a:endParaRPr lang="en-US" sz="2400" b="1" i="0" u="none" strike="noStrike" baseline="0" dirty="0">
              <a:latin typeface="Times-Bold"/>
            </a:endParaRPr>
          </a:p>
          <a:p>
            <a:pPr algn="l"/>
            <a:r>
              <a:rPr lang="en-US" sz="2000" b="1" i="0" u="none" strike="noStrike" baseline="0" dirty="0">
                <a:solidFill>
                  <a:srgbClr val="000000"/>
                </a:solidFill>
                <a:latin typeface="Times-Bold"/>
              </a:rPr>
              <a:t>Installation and maintenance. </a:t>
            </a:r>
            <a:r>
              <a:rPr lang="en-US" sz="2000" b="0" i="0" u="none" strike="noStrike" baseline="0" dirty="0">
                <a:solidFill>
                  <a:srgbClr val="000000"/>
                </a:solidFill>
                <a:latin typeface="Times-Roman"/>
              </a:rPr>
              <a:t>Fiber-optic cable is a relatively new technology. Its installation and maintenance require expertise that is not yet available everywhere.</a:t>
            </a:r>
          </a:p>
          <a:p>
            <a:pPr algn="l"/>
            <a:r>
              <a:rPr lang="en-US" sz="2000" b="1" i="0" u="none" strike="noStrike" baseline="0" dirty="0">
                <a:solidFill>
                  <a:srgbClr val="000000"/>
                </a:solidFill>
                <a:latin typeface="Times-Bold"/>
              </a:rPr>
              <a:t>Unidirectional light propagation. </a:t>
            </a:r>
            <a:r>
              <a:rPr lang="en-US" sz="2000" b="0" i="0" u="none" strike="noStrike" baseline="0" dirty="0">
                <a:solidFill>
                  <a:srgbClr val="000000"/>
                </a:solidFill>
                <a:latin typeface="Times-Roman"/>
              </a:rPr>
              <a:t>Propagation of light is unidirectional. If we</a:t>
            </a:r>
          </a:p>
          <a:p>
            <a:pPr algn="l"/>
            <a:r>
              <a:rPr lang="en-US" sz="2000" b="0" i="0" u="none" strike="noStrike" baseline="0" dirty="0">
                <a:solidFill>
                  <a:srgbClr val="000000"/>
                </a:solidFill>
                <a:latin typeface="Times-Roman"/>
              </a:rPr>
              <a:t>need bidirectional communication, two fibers are needed.</a:t>
            </a:r>
          </a:p>
          <a:p>
            <a:pPr algn="l"/>
            <a:r>
              <a:rPr lang="en-US" sz="2000" b="1" i="0" u="none" strike="noStrike" baseline="0" dirty="0">
                <a:solidFill>
                  <a:srgbClr val="000000"/>
                </a:solidFill>
                <a:latin typeface="Times-Bold"/>
              </a:rPr>
              <a:t>Cost. </a:t>
            </a:r>
            <a:r>
              <a:rPr lang="en-US" sz="2000" b="0" i="0" u="none" strike="noStrike" baseline="0" dirty="0">
                <a:solidFill>
                  <a:srgbClr val="000000"/>
                </a:solidFill>
                <a:latin typeface="Times-Roman"/>
              </a:rPr>
              <a:t>The cable and the interfaces are relatively more expensive than those of other guided media. If the demand for bandwidth is not high, often the use of optical fiber </a:t>
            </a:r>
            <a:r>
              <a:rPr lang="en-IN" sz="2000" b="0" i="0" u="none" strike="noStrike" baseline="0" dirty="0">
                <a:solidFill>
                  <a:srgbClr val="000000"/>
                </a:solidFill>
                <a:latin typeface="Times-Roman"/>
              </a:rPr>
              <a:t>cannot be justified.</a:t>
            </a:r>
            <a:endParaRPr lang="en-IN" sz="2800" dirty="0"/>
          </a:p>
        </p:txBody>
      </p:sp>
      <p:sp>
        <p:nvSpPr>
          <p:cNvPr id="5" name="Text Placeholder 4">
            <a:extLst>
              <a:ext uri="{FF2B5EF4-FFF2-40B4-BE49-F238E27FC236}">
                <a16:creationId xmlns:a16="http://schemas.microsoft.com/office/drawing/2014/main" xmlns="" id="{059B2FFE-303C-5FB2-4187-EF8EE2F9A749}"/>
              </a:ext>
            </a:extLst>
          </p:cNvPr>
          <p:cNvSpPr>
            <a:spLocks noGrp="1"/>
          </p:cNvSpPr>
          <p:nvPr>
            <p:ph type="body" sz="quarter" idx="39"/>
          </p:nvPr>
        </p:nvSpPr>
        <p:spPr/>
        <p:txBody>
          <a:bodyPr/>
          <a:lstStyle/>
          <a:p>
            <a:endParaRPr lang="en-IN"/>
          </a:p>
        </p:txBody>
      </p:sp>
      <p:sp>
        <p:nvSpPr>
          <p:cNvPr id="6" name="Text Placeholder 5">
            <a:extLst>
              <a:ext uri="{FF2B5EF4-FFF2-40B4-BE49-F238E27FC236}">
                <a16:creationId xmlns:a16="http://schemas.microsoft.com/office/drawing/2014/main" xmlns="" id="{2F89362C-B48E-8159-4E35-D5938D7F082B}"/>
              </a:ext>
            </a:extLst>
          </p:cNvPr>
          <p:cNvSpPr>
            <a:spLocks noGrp="1"/>
          </p:cNvSpPr>
          <p:nvPr>
            <p:ph type="body" sz="quarter" idx="40"/>
          </p:nvPr>
        </p:nvSpPr>
        <p:spPr/>
        <p:txBody>
          <a:bodyPr/>
          <a:lstStyle/>
          <a:p>
            <a:endParaRPr lang="en-IN"/>
          </a:p>
        </p:txBody>
      </p:sp>
      <p:sp>
        <p:nvSpPr>
          <p:cNvPr id="7" name="Slide Number Placeholder 6">
            <a:extLst>
              <a:ext uri="{FF2B5EF4-FFF2-40B4-BE49-F238E27FC236}">
                <a16:creationId xmlns:a16="http://schemas.microsoft.com/office/drawing/2014/main" xmlns="" id="{2DC91BD4-26E6-6AA1-1B52-ABE47F624F7E}"/>
              </a:ext>
            </a:extLst>
          </p:cNvPr>
          <p:cNvSpPr>
            <a:spLocks noGrp="1"/>
          </p:cNvSpPr>
          <p:nvPr>
            <p:ph type="sldNum" sz="quarter" idx="10"/>
          </p:nvPr>
        </p:nvSpPr>
        <p:spPr/>
        <p:txBody>
          <a:bodyPr/>
          <a:lstStyle/>
          <a:p>
            <a:fld id="{68151E55-6873-49E2-B8D5-2F265E6F1973}" type="slidenum">
              <a:rPr lang="en-US" smtClean="0"/>
              <a:pPr/>
              <a:t>112</a:t>
            </a:fld>
            <a:endParaRPr lang="en-US"/>
          </a:p>
        </p:txBody>
      </p:sp>
    </p:spTree>
    <p:extLst>
      <p:ext uri="{BB962C8B-B14F-4D97-AF65-F5344CB8AC3E}">
        <p14:creationId xmlns:p14="http://schemas.microsoft.com/office/powerpoint/2010/main" xmlns="" val="16348547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17143FD8-431F-6A2C-4E0F-AAE7717E70A9}"/>
              </a:ext>
            </a:extLst>
          </p:cNvPr>
          <p:cNvSpPr>
            <a:spLocks noGrp="1"/>
          </p:cNvSpPr>
          <p:nvPr>
            <p:ph type="title"/>
          </p:nvPr>
        </p:nvSpPr>
        <p:spPr/>
        <p:txBody>
          <a:bodyPr/>
          <a:lstStyle/>
          <a:p>
            <a:r>
              <a:rPr lang="en-IN" sz="1800" b="0" i="0" u="none" strike="noStrike" baseline="0" dirty="0">
                <a:solidFill>
                  <a:srgbClr val="000000"/>
                </a:solidFill>
              </a:rPr>
              <a:t/>
            </a:r>
            <a:br>
              <a:rPr lang="en-IN" sz="1800" b="0" i="0" u="none" strike="noStrike" baseline="0" dirty="0">
                <a:solidFill>
                  <a:srgbClr val="000000"/>
                </a:solidFill>
              </a:rPr>
            </a:br>
            <a:r>
              <a:rPr lang="en-IN" sz="1800" b="0" i="0" u="none" strike="noStrike" baseline="0" dirty="0">
                <a:solidFill>
                  <a:srgbClr val="000000"/>
                </a:solidFill>
              </a:rPr>
              <a:t> </a:t>
            </a:r>
            <a:r>
              <a:rPr lang="en-IN" dirty="0"/>
              <a:t>Switching 	</a:t>
            </a:r>
            <a:br>
              <a:rPr lang="en-IN" dirty="0"/>
            </a:br>
            <a:endParaRPr lang="en-IN" dirty="0"/>
          </a:p>
        </p:txBody>
      </p:sp>
      <p:sp>
        <p:nvSpPr>
          <p:cNvPr id="9" name="Content Placeholder 8">
            <a:extLst>
              <a:ext uri="{FF2B5EF4-FFF2-40B4-BE49-F238E27FC236}">
                <a16:creationId xmlns:a16="http://schemas.microsoft.com/office/drawing/2014/main" xmlns="" id="{6727663E-3B5F-7526-971C-0314F8791783}"/>
              </a:ext>
            </a:extLst>
          </p:cNvPr>
          <p:cNvSpPr>
            <a:spLocks noGrp="1"/>
          </p:cNvSpPr>
          <p:nvPr>
            <p:ph sz="quarter" idx="11"/>
          </p:nvPr>
        </p:nvSpPr>
        <p:spPr/>
        <p:txBody>
          <a:bodyPr/>
          <a:lstStyle/>
          <a:p>
            <a:pPr algn="l"/>
            <a:r>
              <a:rPr lang="en-IN" sz="2000" b="1" u="none" strike="noStrike" baseline="0" dirty="0">
                <a:solidFill>
                  <a:schemeClr val="tx1"/>
                </a:solidFill>
                <a:latin typeface="Times-Bold"/>
              </a:rPr>
              <a:t>Introduction</a:t>
            </a:r>
            <a:endParaRPr lang="en-US" sz="2000" b="0" u="none" strike="noStrike" baseline="0" dirty="0">
              <a:solidFill>
                <a:schemeClr val="tx1"/>
              </a:solidFill>
              <a:latin typeface="Times-Roman"/>
            </a:endParaRPr>
          </a:p>
          <a:p>
            <a:pPr marL="285750" indent="-285750" algn="just">
              <a:buFont typeface="Arial" panose="020B0604020202020204" pitchFamily="34" charset="0"/>
              <a:buChar char="•"/>
            </a:pPr>
            <a:r>
              <a:rPr lang="en-US" sz="2000" b="0" i="0" u="none" strike="noStrike" baseline="0" dirty="0">
                <a:latin typeface="Times-Roman"/>
              </a:rPr>
              <a:t>A network is a set of connected devices. Whenever we have multiple devices, we have the problem of how to connect them to make one-to-one communication possible.</a:t>
            </a:r>
          </a:p>
          <a:p>
            <a:pPr marL="285750" indent="-285750" algn="just">
              <a:buFont typeface="Arial" panose="020B0604020202020204" pitchFamily="34" charset="0"/>
              <a:buChar char="•"/>
            </a:pPr>
            <a:r>
              <a:rPr lang="en-US" sz="2000" b="0" i="0" u="none" strike="noStrike" baseline="0" dirty="0">
                <a:latin typeface="Times-Roman"/>
              </a:rPr>
              <a:t> One solution is to make a point-to-point connection between each pair of devices (a mesh topology) or between a central device and every other device (a star topology). These methods, however, are impractical and wasteful when applied to very large networks.</a:t>
            </a:r>
          </a:p>
          <a:p>
            <a:pPr marL="285750" indent="-285750" algn="just">
              <a:buFont typeface="Arial" panose="020B0604020202020204" pitchFamily="34" charset="0"/>
              <a:buChar char="•"/>
            </a:pPr>
            <a:r>
              <a:rPr lang="en-US" sz="2000" b="0" i="0" u="none" strike="noStrike" baseline="0" dirty="0">
                <a:latin typeface="+mn-lt"/>
              </a:rPr>
              <a:t>A better solution is </a:t>
            </a:r>
            <a:r>
              <a:rPr lang="en-US" sz="2000" b="1" i="0" u="none" strike="noStrike" baseline="0" dirty="0">
                <a:latin typeface="+mn-lt"/>
              </a:rPr>
              <a:t>switching. </a:t>
            </a:r>
            <a:r>
              <a:rPr lang="en-US" sz="2000" b="0" i="0" u="none" strike="noStrike" baseline="0" dirty="0">
                <a:latin typeface="+mn-lt"/>
              </a:rPr>
              <a:t>A switched network consists of a series of interlinked nodes, called </a:t>
            </a:r>
            <a:r>
              <a:rPr lang="en-US" sz="2000" b="1" i="1" u="none" strike="noStrike" baseline="0" dirty="0">
                <a:latin typeface="+mn-lt"/>
              </a:rPr>
              <a:t>switches</a:t>
            </a:r>
            <a:r>
              <a:rPr lang="en-US" sz="2000" b="1" i="0" u="none" strike="noStrike" baseline="0" dirty="0">
                <a:latin typeface="+mn-lt"/>
              </a:rPr>
              <a:t>. </a:t>
            </a:r>
            <a:r>
              <a:rPr lang="en-US" sz="2000" b="0" i="0" u="none" strike="noStrike" baseline="0" dirty="0">
                <a:latin typeface="+mn-lt"/>
              </a:rPr>
              <a:t>Switches are devices capable of creating temporary connections between two or more devices linked to the switch.</a:t>
            </a:r>
            <a:endParaRPr lang="en-IN" sz="2000" dirty="0">
              <a:latin typeface="+mn-lt"/>
            </a:endParaRPr>
          </a:p>
        </p:txBody>
      </p:sp>
      <p:sp>
        <p:nvSpPr>
          <p:cNvPr id="10" name="Text Placeholder 9">
            <a:extLst>
              <a:ext uri="{FF2B5EF4-FFF2-40B4-BE49-F238E27FC236}">
                <a16:creationId xmlns:a16="http://schemas.microsoft.com/office/drawing/2014/main" xmlns="" id="{56ADFB35-6C74-69B1-94E5-3F02BBEA5B8E}"/>
              </a:ext>
            </a:extLst>
          </p:cNvPr>
          <p:cNvSpPr>
            <a:spLocks noGrp="1"/>
          </p:cNvSpPr>
          <p:nvPr>
            <p:ph type="body" sz="quarter" idx="39"/>
          </p:nvPr>
        </p:nvSpPr>
        <p:spPr/>
        <p:txBody>
          <a:bodyPr/>
          <a:lstStyle/>
          <a:p>
            <a:endParaRPr lang="en-IN"/>
          </a:p>
        </p:txBody>
      </p:sp>
      <p:sp>
        <p:nvSpPr>
          <p:cNvPr id="11" name="Text Placeholder 10">
            <a:extLst>
              <a:ext uri="{FF2B5EF4-FFF2-40B4-BE49-F238E27FC236}">
                <a16:creationId xmlns:a16="http://schemas.microsoft.com/office/drawing/2014/main" xmlns="" id="{951C5F84-BC14-AD1E-3F56-73F7FCFF1C56}"/>
              </a:ext>
            </a:extLst>
          </p:cNvPr>
          <p:cNvSpPr>
            <a:spLocks noGrp="1"/>
          </p:cNvSpPr>
          <p:nvPr>
            <p:ph type="body" sz="quarter" idx="40"/>
          </p:nvPr>
        </p:nvSpPr>
        <p:spPr/>
        <p:txBody>
          <a:bodyPr/>
          <a:lstStyle/>
          <a:p>
            <a:endParaRPr lang="en-IN"/>
          </a:p>
        </p:txBody>
      </p:sp>
      <p:sp>
        <p:nvSpPr>
          <p:cNvPr id="7" name="Slide Number Placeholder 6">
            <a:extLst>
              <a:ext uri="{FF2B5EF4-FFF2-40B4-BE49-F238E27FC236}">
                <a16:creationId xmlns:a16="http://schemas.microsoft.com/office/drawing/2014/main" xmlns="" id="{3E1EFE10-A3AC-5610-61F9-158C7DFA86D5}"/>
              </a:ext>
            </a:extLst>
          </p:cNvPr>
          <p:cNvSpPr>
            <a:spLocks noGrp="1"/>
          </p:cNvSpPr>
          <p:nvPr>
            <p:ph type="sldNum" sz="quarter" idx="10"/>
          </p:nvPr>
        </p:nvSpPr>
        <p:spPr/>
        <p:txBody>
          <a:bodyPr/>
          <a:lstStyle/>
          <a:p>
            <a:fld id="{68151E55-6873-49E2-B8D5-2F265E6F1973}" type="slidenum">
              <a:rPr lang="en-US" smtClean="0"/>
              <a:pPr/>
              <a:t>113</a:t>
            </a:fld>
            <a:endParaRPr lang="en-US"/>
          </a:p>
        </p:txBody>
      </p:sp>
    </p:spTree>
    <p:extLst>
      <p:ext uri="{BB962C8B-B14F-4D97-AF65-F5344CB8AC3E}">
        <p14:creationId xmlns:p14="http://schemas.microsoft.com/office/powerpoint/2010/main" xmlns="" val="171842112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4BC5FE9-9C2F-F1B0-6157-B32A55E19CB4}"/>
              </a:ext>
            </a:extLst>
          </p:cNvPr>
          <p:cNvSpPr>
            <a:spLocks noGrp="1"/>
          </p:cNvSpPr>
          <p:nvPr>
            <p:ph type="title"/>
          </p:nvPr>
        </p:nvSpPr>
        <p:spPr/>
        <p:txBody>
          <a:bodyPr/>
          <a:lstStyle/>
          <a:p>
            <a:r>
              <a:rPr lang="en-IN" dirty="0"/>
              <a:t>Switching</a:t>
            </a:r>
          </a:p>
        </p:txBody>
      </p:sp>
      <p:sp>
        <p:nvSpPr>
          <p:cNvPr id="3" name="Content Placeholder 2">
            <a:extLst>
              <a:ext uri="{FF2B5EF4-FFF2-40B4-BE49-F238E27FC236}">
                <a16:creationId xmlns:a16="http://schemas.microsoft.com/office/drawing/2014/main" xmlns="" id="{2F5538A6-E5D7-94A8-6961-3DB549F9F810}"/>
              </a:ext>
            </a:extLst>
          </p:cNvPr>
          <p:cNvSpPr>
            <a:spLocks noGrp="1"/>
          </p:cNvSpPr>
          <p:nvPr>
            <p:ph sz="quarter" idx="11"/>
          </p:nvPr>
        </p:nvSpPr>
        <p:spPr>
          <a:xfrm>
            <a:off x="342900" y="1276710"/>
            <a:ext cx="8458200" cy="1234799"/>
          </a:xfrm>
        </p:spPr>
        <p:txBody>
          <a:bodyPr/>
          <a:lstStyle/>
          <a:p>
            <a:pPr algn="just"/>
            <a:r>
              <a:rPr lang="en-US" sz="2000" b="0" i="0" u="none" strike="noStrike" baseline="0" dirty="0">
                <a:latin typeface="+mn-lt"/>
              </a:rPr>
              <a:t>The </a:t>
            </a:r>
            <a:r>
              <a:rPr lang="en-US" sz="2000" b="1" i="0" u="none" strike="noStrike" baseline="0" dirty="0">
                <a:latin typeface="+mn-lt"/>
              </a:rPr>
              <a:t>end systems </a:t>
            </a:r>
            <a:r>
              <a:rPr lang="en-US" sz="2000" b="0" i="0" u="none" strike="noStrike" baseline="0" dirty="0">
                <a:latin typeface="+mn-lt"/>
              </a:rPr>
              <a:t>(communicating devices) are labeled A, B, C, D, and so on, and the switches are labeled I, II, III, IV, and V. Each switch is connected to multiple links.</a:t>
            </a:r>
            <a:endParaRPr lang="en-IN" sz="2000" dirty="0">
              <a:latin typeface="+mn-lt"/>
            </a:endParaRPr>
          </a:p>
        </p:txBody>
      </p:sp>
      <p:sp>
        <p:nvSpPr>
          <p:cNvPr id="7" name="Slide Number Placeholder 6">
            <a:extLst>
              <a:ext uri="{FF2B5EF4-FFF2-40B4-BE49-F238E27FC236}">
                <a16:creationId xmlns:a16="http://schemas.microsoft.com/office/drawing/2014/main" xmlns="" id="{AD3F18AB-33F7-8E23-886F-E05E0D00D4B8}"/>
              </a:ext>
            </a:extLst>
          </p:cNvPr>
          <p:cNvSpPr>
            <a:spLocks noGrp="1"/>
          </p:cNvSpPr>
          <p:nvPr>
            <p:ph type="sldNum" sz="quarter" idx="10"/>
          </p:nvPr>
        </p:nvSpPr>
        <p:spPr/>
        <p:txBody>
          <a:bodyPr/>
          <a:lstStyle/>
          <a:p>
            <a:fld id="{68151E55-6873-49E2-B8D5-2F265E6F1973}" type="slidenum">
              <a:rPr lang="en-US" smtClean="0"/>
              <a:pPr/>
              <a:t>114</a:t>
            </a:fld>
            <a:endParaRPr lang="en-US"/>
          </a:p>
        </p:txBody>
      </p:sp>
      <p:pic>
        <p:nvPicPr>
          <p:cNvPr id="9" name="Picture 8">
            <a:extLst>
              <a:ext uri="{FF2B5EF4-FFF2-40B4-BE49-F238E27FC236}">
                <a16:creationId xmlns:a16="http://schemas.microsoft.com/office/drawing/2014/main" xmlns="" id="{E4154C2E-AC88-7EDE-723B-9F0115445DE6}"/>
              </a:ext>
            </a:extLst>
          </p:cNvPr>
          <p:cNvPicPr>
            <a:picLocks noChangeAspect="1"/>
          </p:cNvPicPr>
          <p:nvPr/>
        </p:nvPicPr>
        <p:blipFill>
          <a:blip r:embed="rId2"/>
          <a:stretch>
            <a:fillRect/>
          </a:stretch>
        </p:blipFill>
        <p:spPr>
          <a:xfrm>
            <a:off x="313093" y="2511509"/>
            <a:ext cx="8830907" cy="4172532"/>
          </a:xfrm>
          <a:prstGeom prst="rect">
            <a:avLst/>
          </a:prstGeom>
        </p:spPr>
      </p:pic>
    </p:spTree>
    <p:extLst>
      <p:ext uri="{BB962C8B-B14F-4D97-AF65-F5344CB8AC3E}">
        <p14:creationId xmlns:p14="http://schemas.microsoft.com/office/powerpoint/2010/main" xmlns="" val="6376076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528025-833A-B853-ED99-E2E0897B2431}"/>
              </a:ext>
            </a:extLst>
          </p:cNvPr>
          <p:cNvSpPr>
            <a:spLocks noGrp="1"/>
          </p:cNvSpPr>
          <p:nvPr>
            <p:ph type="title"/>
          </p:nvPr>
        </p:nvSpPr>
        <p:spPr/>
        <p:txBody>
          <a:bodyPr/>
          <a:lstStyle/>
          <a:p>
            <a:r>
              <a:rPr lang="en-IN" dirty="0"/>
              <a:t>Packet Switching</a:t>
            </a:r>
          </a:p>
        </p:txBody>
      </p:sp>
      <p:sp>
        <p:nvSpPr>
          <p:cNvPr id="3" name="Content Placeholder 2">
            <a:extLst>
              <a:ext uri="{FF2B5EF4-FFF2-40B4-BE49-F238E27FC236}">
                <a16:creationId xmlns:a16="http://schemas.microsoft.com/office/drawing/2014/main" xmlns="" id="{9B6C7223-CA40-E931-EFAE-0E0F7FE832F5}"/>
              </a:ext>
            </a:extLst>
          </p:cNvPr>
          <p:cNvSpPr>
            <a:spLocks noGrp="1"/>
          </p:cNvSpPr>
          <p:nvPr>
            <p:ph sz="quarter" idx="11"/>
          </p:nvPr>
        </p:nvSpPr>
        <p:spPr>
          <a:xfrm>
            <a:off x="342900" y="983411"/>
            <a:ext cx="8458200" cy="4974336"/>
          </a:xfrm>
        </p:spPr>
        <p:txBody>
          <a:bodyPr/>
          <a:lstStyle/>
          <a:p>
            <a:pPr marL="342900" indent="-342900" algn="just">
              <a:buFont typeface="Arial" panose="020B0604020202020204" pitchFamily="34" charset="0"/>
              <a:buChar char="•"/>
            </a:pPr>
            <a:r>
              <a:rPr lang="en-US" sz="2000" b="0" i="0" u="none" strike="noStrike" baseline="0" dirty="0">
                <a:latin typeface="+mn-lt"/>
              </a:rPr>
              <a:t>In data communications, we need to send messages from one end system to another. If the message is going to pass through a </a:t>
            </a:r>
            <a:r>
              <a:rPr lang="en-US" sz="2000" b="1" i="0" u="none" strike="noStrike" baseline="0" dirty="0">
                <a:latin typeface="+mn-lt"/>
              </a:rPr>
              <a:t>packet-switched network</a:t>
            </a:r>
            <a:r>
              <a:rPr lang="en-US" sz="2000" b="0" i="0" u="none" strike="noStrike" baseline="0" dirty="0">
                <a:latin typeface="+mn-lt"/>
              </a:rPr>
              <a:t>, it needs to be divided into packets of fixed or variable size. The size of the packet is determined by the network and the governing protocol.</a:t>
            </a:r>
          </a:p>
          <a:p>
            <a:pPr marL="342900" indent="-342900" algn="just">
              <a:buFont typeface="Arial" panose="020B0604020202020204" pitchFamily="34" charset="0"/>
              <a:buChar char="•"/>
            </a:pPr>
            <a:r>
              <a:rPr lang="en-US" sz="2000" b="0" i="0" u="none" strike="noStrike" baseline="0" dirty="0">
                <a:latin typeface="Times-Roman"/>
              </a:rPr>
              <a:t>In packet switching, there is no resource allocation for a packet. This means that there is no reserved bandwidth on the links, and there is no scheduled processing time for each packet. </a:t>
            </a:r>
          </a:p>
          <a:p>
            <a:pPr marL="342900" indent="-342900" algn="just">
              <a:buFont typeface="Arial" panose="020B0604020202020204" pitchFamily="34" charset="0"/>
              <a:buChar char="•"/>
            </a:pPr>
            <a:r>
              <a:rPr lang="en-US" sz="2000" b="0" i="0" u="none" strike="noStrike" baseline="0" dirty="0">
                <a:latin typeface="Times-Roman"/>
              </a:rPr>
              <a:t>Resources are allocated on demand. The allocation is done on a first come, first-served basis. When a switch receives a packet, no matter what the source or destination is, the packet must wait if there are other packets being processed.</a:t>
            </a:r>
          </a:p>
          <a:p>
            <a:pPr algn="l"/>
            <a:r>
              <a:rPr lang="en-US" sz="2000" b="1" i="0" u="none" strike="noStrike" baseline="0" dirty="0">
                <a:latin typeface="Times-Roman"/>
              </a:rPr>
              <a:t>We can have two types of packet-switched networks: </a:t>
            </a:r>
          </a:p>
          <a:p>
            <a:pPr marL="342900" indent="-342900" algn="l">
              <a:buFont typeface="+mj-lt"/>
              <a:buAutoNum type="arabicPeriod"/>
            </a:pPr>
            <a:r>
              <a:rPr lang="en-US" sz="2000" b="0" i="0" u="none" strike="noStrike" baseline="0" dirty="0">
                <a:latin typeface="Times-Roman"/>
              </a:rPr>
              <a:t>datagram networks and </a:t>
            </a:r>
          </a:p>
          <a:p>
            <a:pPr marL="342900" indent="-342900" algn="l">
              <a:buFont typeface="+mj-lt"/>
              <a:buAutoNum type="arabicPeriod"/>
            </a:pPr>
            <a:r>
              <a:rPr lang="en-US" sz="2000" b="0" i="0" u="none" strike="noStrike" baseline="0" dirty="0">
                <a:latin typeface="Times-Roman"/>
              </a:rPr>
              <a:t>virtual circuit</a:t>
            </a:r>
            <a:r>
              <a:rPr lang="en-US" sz="2000" i="0" dirty="0">
                <a:latin typeface="Times-Roman"/>
              </a:rPr>
              <a:t> </a:t>
            </a:r>
            <a:r>
              <a:rPr lang="en-IN" sz="2000" b="0" i="0" u="none" strike="noStrike" baseline="0" dirty="0">
                <a:latin typeface="Times-Roman"/>
              </a:rPr>
              <a:t>networks</a:t>
            </a:r>
            <a:r>
              <a:rPr lang="en-IN" sz="1800" b="0" i="0" u="none" strike="noStrike" baseline="0" dirty="0">
                <a:latin typeface="Times-Roman"/>
              </a:rPr>
              <a:t>.</a:t>
            </a:r>
          </a:p>
          <a:p>
            <a:pPr algn="l"/>
            <a:endParaRPr lang="en-IN" sz="2000" dirty="0">
              <a:latin typeface="+mn-lt"/>
            </a:endParaRPr>
          </a:p>
        </p:txBody>
      </p:sp>
      <p:sp>
        <p:nvSpPr>
          <p:cNvPr id="6" name="Slide Number Placeholder 5">
            <a:extLst>
              <a:ext uri="{FF2B5EF4-FFF2-40B4-BE49-F238E27FC236}">
                <a16:creationId xmlns:a16="http://schemas.microsoft.com/office/drawing/2014/main" xmlns="" id="{772A9BE5-BEE9-BAAE-D800-BE62000480A0}"/>
              </a:ext>
            </a:extLst>
          </p:cNvPr>
          <p:cNvSpPr>
            <a:spLocks noGrp="1"/>
          </p:cNvSpPr>
          <p:nvPr>
            <p:ph type="sldNum" sz="quarter" idx="10"/>
          </p:nvPr>
        </p:nvSpPr>
        <p:spPr/>
        <p:txBody>
          <a:bodyPr/>
          <a:lstStyle/>
          <a:p>
            <a:fld id="{68151E55-6873-49E2-B8D5-2F265E6F1973}" type="slidenum">
              <a:rPr lang="en-US" smtClean="0"/>
              <a:pPr/>
              <a:t>115</a:t>
            </a:fld>
            <a:endParaRPr lang="en-US"/>
          </a:p>
        </p:txBody>
      </p:sp>
    </p:spTree>
    <p:extLst>
      <p:ext uri="{BB962C8B-B14F-4D97-AF65-F5344CB8AC3E}">
        <p14:creationId xmlns:p14="http://schemas.microsoft.com/office/powerpoint/2010/main" xmlns="" val="409528343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77E5C2-442F-8D6D-A30E-193D037EC5FA}"/>
              </a:ext>
            </a:extLst>
          </p:cNvPr>
          <p:cNvSpPr>
            <a:spLocks noGrp="1"/>
          </p:cNvSpPr>
          <p:nvPr>
            <p:ph type="title"/>
          </p:nvPr>
        </p:nvSpPr>
        <p:spPr/>
        <p:txBody>
          <a:bodyPr/>
          <a:lstStyle/>
          <a:p>
            <a:r>
              <a:rPr lang="en-IN" dirty="0"/>
              <a:t>Packet Switching</a:t>
            </a:r>
          </a:p>
        </p:txBody>
      </p:sp>
      <p:sp>
        <p:nvSpPr>
          <p:cNvPr id="8" name="Content Placeholder 7">
            <a:extLst>
              <a:ext uri="{FF2B5EF4-FFF2-40B4-BE49-F238E27FC236}">
                <a16:creationId xmlns:a16="http://schemas.microsoft.com/office/drawing/2014/main" xmlns="" id="{D8A7CFEA-ABEB-5E0A-459C-BE8E7FA5BFFB}"/>
              </a:ext>
            </a:extLst>
          </p:cNvPr>
          <p:cNvSpPr>
            <a:spLocks noGrp="1"/>
          </p:cNvSpPr>
          <p:nvPr>
            <p:ph sz="quarter" idx="11"/>
          </p:nvPr>
        </p:nvSpPr>
        <p:spPr/>
        <p:txBody>
          <a:bodyPr/>
          <a:lstStyle/>
          <a:p>
            <a:pPr marL="457200" indent="-457200">
              <a:buAutoNum type="arabicPeriod"/>
            </a:pPr>
            <a:r>
              <a:rPr lang="en-IN" b="1" u="none" strike="noStrike" baseline="0" dirty="0">
                <a:latin typeface="Times-Bold"/>
              </a:rPr>
              <a:t>Datagram Networks</a:t>
            </a:r>
          </a:p>
          <a:p>
            <a:pPr algn="l"/>
            <a:r>
              <a:rPr lang="en-US" sz="1800" b="0" i="0" u="none" strike="noStrike" baseline="0" dirty="0">
                <a:latin typeface="Times-Roman"/>
              </a:rPr>
              <a:t>In a </a:t>
            </a:r>
            <a:r>
              <a:rPr lang="en-US" sz="1800" b="1" i="0" u="none" strike="noStrike" baseline="0" dirty="0">
                <a:latin typeface="Times-Bold"/>
              </a:rPr>
              <a:t>datagram network</a:t>
            </a:r>
            <a:r>
              <a:rPr lang="en-US" sz="1800" b="0" i="0" u="none" strike="noStrike" baseline="0" dirty="0">
                <a:latin typeface="Times-Roman"/>
              </a:rPr>
              <a:t>, each packet is treated independently of all others. Even if a packet is part of a multipacket transmission, the network treats it as though it existed alone. Packets in this approach are referred to as </a:t>
            </a:r>
            <a:r>
              <a:rPr lang="en-US" sz="1800" b="1" i="1" u="none" strike="noStrike" baseline="0" dirty="0">
                <a:latin typeface="Times-BoldItalic"/>
              </a:rPr>
              <a:t>datagrams</a:t>
            </a:r>
            <a:r>
              <a:rPr lang="en-US" sz="1800" b="0" i="0" u="none" strike="noStrike" baseline="0" dirty="0">
                <a:latin typeface="Times-Roman"/>
              </a:rPr>
              <a:t>.</a:t>
            </a:r>
          </a:p>
          <a:p>
            <a:pPr algn="l"/>
            <a:endParaRPr lang="en-IN" sz="1800" b="1" i="0" dirty="0">
              <a:latin typeface="Times-Bold"/>
            </a:endParaRPr>
          </a:p>
          <a:p>
            <a:pPr algn="l"/>
            <a:endParaRPr lang="en-IN" dirty="0"/>
          </a:p>
        </p:txBody>
      </p:sp>
      <p:sp>
        <p:nvSpPr>
          <p:cNvPr id="9" name="Text Placeholder 8">
            <a:extLst>
              <a:ext uri="{FF2B5EF4-FFF2-40B4-BE49-F238E27FC236}">
                <a16:creationId xmlns:a16="http://schemas.microsoft.com/office/drawing/2014/main" xmlns="" id="{2AB5A027-65F4-A3C4-3A41-6D7EC7714005}"/>
              </a:ext>
            </a:extLst>
          </p:cNvPr>
          <p:cNvSpPr>
            <a:spLocks noGrp="1"/>
          </p:cNvSpPr>
          <p:nvPr>
            <p:ph type="body" sz="quarter" idx="39"/>
          </p:nvPr>
        </p:nvSpPr>
        <p:spPr/>
        <p:txBody>
          <a:bodyPr/>
          <a:lstStyle/>
          <a:p>
            <a:endParaRPr lang="en-IN"/>
          </a:p>
        </p:txBody>
      </p:sp>
      <p:sp>
        <p:nvSpPr>
          <p:cNvPr id="10" name="Text Placeholder 9">
            <a:extLst>
              <a:ext uri="{FF2B5EF4-FFF2-40B4-BE49-F238E27FC236}">
                <a16:creationId xmlns:a16="http://schemas.microsoft.com/office/drawing/2014/main" xmlns="" id="{1A015E0D-D0B6-D2BC-B2B0-8120F54EF048}"/>
              </a:ext>
            </a:extLst>
          </p:cNvPr>
          <p:cNvSpPr>
            <a:spLocks noGrp="1"/>
          </p:cNvSpPr>
          <p:nvPr>
            <p:ph type="body" sz="quarter" idx="40"/>
          </p:nvPr>
        </p:nvSpPr>
        <p:spPr/>
        <p:txBody>
          <a:bodyPr/>
          <a:lstStyle/>
          <a:p>
            <a:endParaRPr lang="en-IN"/>
          </a:p>
        </p:txBody>
      </p:sp>
      <p:sp>
        <p:nvSpPr>
          <p:cNvPr id="7" name="Slide Number Placeholder 6">
            <a:extLst>
              <a:ext uri="{FF2B5EF4-FFF2-40B4-BE49-F238E27FC236}">
                <a16:creationId xmlns:a16="http://schemas.microsoft.com/office/drawing/2014/main" xmlns="" id="{7075DB5B-A61D-8B20-D84D-F5A7AF9E372C}"/>
              </a:ext>
            </a:extLst>
          </p:cNvPr>
          <p:cNvSpPr>
            <a:spLocks noGrp="1"/>
          </p:cNvSpPr>
          <p:nvPr>
            <p:ph type="sldNum" sz="quarter" idx="10"/>
          </p:nvPr>
        </p:nvSpPr>
        <p:spPr/>
        <p:txBody>
          <a:bodyPr/>
          <a:lstStyle/>
          <a:p>
            <a:fld id="{68151E55-6873-49E2-B8D5-2F265E6F1973}" type="slidenum">
              <a:rPr lang="en-US" smtClean="0"/>
              <a:pPr/>
              <a:t>116</a:t>
            </a:fld>
            <a:endParaRPr lang="en-US"/>
          </a:p>
        </p:txBody>
      </p:sp>
    </p:spTree>
    <p:extLst>
      <p:ext uri="{BB962C8B-B14F-4D97-AF65-F5344CB8AC3E}">
        <p14:creationId xmlns:p14="http://schemas.microsoft.com/office/powerpoint/2010/main" xmlns="" val="353321486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4C40D1E-945F-3D19-2025-CBC7054FCC8E}"/>
              </a:ext>
            </a:extLst>
          </p:cNvPr>
          <p:cNvSpPr>
            <a:spLocks noGrp="1"/>
          </p:cNvSpPr>
          <p:nvPr>
            <p:ph type="title"/>
          </p:nvPr>
        </p:nvSpPr>
        <p:spPr/>
        <p:txBody>
          <a:bodyPr/>
          <a:lstStyle/>
          <a:p>
            <a:r>
              <a:rPr lang="en-IN" dirty="0"/>
              <a:t>Packet Switching</a:t>
            </a:r>
          </a:p>
        </p:txBody>
      </p:sp>
      <p:sp>
        <p:nvSpPr>
          <p:cNvPr id="7" name="Slide Number Placeholder 6">
            <a:extLst>
              <a:ext uri="{FF2B5EF4-FFF2-40B4-BE49-F238E27FC236}">
                <a16:creationId xmlns:a16="http://schemas.microsoft.com/office/drawing/2014/main" xmlns="" id="{C6959C63-A015-E79E-57B5-C9A05D1A722C}"/>
              </a:ext>
            </a:extLst>
          </p:cNvPr>
          <p:cNvSpPr>
            <a:spLocks noGrp="1"/>
          </p:cNvSpPr>
          <p:nvPr>
            <p:ph type="sldNum" sz="quarter" idx="10"/>
          </p:nvPr>
        </p:nvSpPr>
        <p:spPr/>
        <p:txBody>
          <a:bodyPr/>
          <a:lstStyle/>
          <a:p>
            <a:fld id="{68151E55-6873-49E2-B8D5-2F265E6F1973}" type="slidenum">
              <a:rPr lang="en-US" smtClean="0"/>
              <a:pPr/>
              <a:t>117</a:t>
            </a:fld>
            <a:endParaRPr lang="en-US"/>
          </a:p>
        </p:txBody>
      </p:sp>
      <p:pic>
        <p:nvPicPr>
          <p:cNvPr id="9" name="Picture 8">
            <a:extLst>
              <a:ext uri="{FF2B5EF4-FFF2-40B4-BE49-F238E27FC236}">
                <a16:creationId xmlns:a16="http://schemas.microsoft.com/office/drawing/2014/main" xmlns="" id="{6151E198-769A-4467-898D-7EEA54572EE8}"/>
              </a:ext>
            </a:extLst>
          </p:cNvPr>
          <p:cNvPicPr>
            <a:picLocks noChangeAspect="1"/>
          </p:cNvPicPr>
          <p:nvPr/>
        </p:nvPicPr>
        <p:blipFill>
          <a:blip r:embed="rId2"/>
          <a:stretch>
            <a:fillRect/>
          </a:stretch>
        </p:blipFill>
        <p:spPr>
          <a:xfrm>
            <a:off x="189901" y="2393321"/>
            <a:ext cx="8764198" cy="3855244"/>
          </a:xfrm>
          <a:prstGeom prst="rect">
            <a:avLst/>
          </a:prstGeom>
        </p:spPr>
      </p:pic>
      <p:sp>
        <p:nvSpPr>
          <p:cNvPr id="11" name="TextBox 10">
            <a:extLst>
              <a:ext uri="{FF2B5EF4-FFF2-40B4-BE49-F238E27FC236}">
                <a16:creationId xmlns:a16="http://schemas.microsoft.com/office/drawing/2014/main" xmlns="" id="{7A203690-4577-27AE-392A-28D7A14956F6}"/>
              </a:ext>
            </a:extLst>
          </p:cNvPr>
          <p:cNvSpPr txBox="1"/>
          <p:nvPr/>
        </p:nvSpPr>
        <p:spPr>
          <a:xfrm>
            <a:off x="342900" y="1226701"/>
            <a:ext cx="8764198" cy="1323439"/>
          </a:xfrm>
          <a:prstGeom prst="rect">
            <a:avLst/>
          </a:prstGeom>
          <a:noFill/>
        </p:spPr>
        <p:txBody>
          <a:bodyPr wrap="square">
            <a:spAutoFit/>
          </a:bodyPr>
          <a:lstStyle/>
          <a:p>
            <a:pPr algn="just"/>
            <a:r>
              <a:rPr lang="en-US" sz="2000" b="0" i="0" u="none" strike="noStrike" baseline="0" dirty="0">
                <a:latin typeface="+mj-lt"/>
              </a:rPr>
              <a:t>Figure 8.7 shows how the datagram approach is used to deliver four packets from station A to station X. The switches in a datagram network are traditionally referred to</a:t>
            </a:r>
          </a:p>
          <a:p>
            <a:pPr algn="just"/>
            <a:r>
              <a:rPr lang="en-IN" sz="2000" b="0" i="0" u="none" strike="noStrike" baseline="0" dirty="0">
                <a:latin typeface="+mj-lt"/>
              </a:rPr>
              <a:t>as routers.</a:t>
            </a:r>
            <a:endParaRPr lang="en-IN" sz="2000" dirty="0">
              <a:latin typeface="+mj-lt"/>
            </a:endParaRPr>
          </a:p>
        </p:txBody>
      </p:sp>
    </p:spTree>
    <p:extLst>
      <p:ext uri="{BB962C8B-B14F-4D97-AF65-F5344CB8AC3E}">
        <p14:creationId xmlns:p14="http://schemas.microsoft.com/office/powerpoint/2010/main" xmlns="" val="67158608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0800BA-AFF6-6E81-BBBF-A35DA50072BB}"/>
              </a:ext>
            </a:extLst>
          </p:cNvPr>
          <p:cNvSpPr>
            <a:spLocks noGrp="1"/>
          </p:cNvSpPr>
          <p:nvPr>
            <p:ph type="title"/>
          </p:nvPr>
        </p:nvSpPr>
        <p:spPr/>
        <p:txBody>
          <a:bodyPr/>
          <a:lstStyle/>
          <a:p>
            <a:r>
              <a:rPr lang="en-IN" dirty="0"/>
              <a:t>Packet Switching</a:t>
            </a:r>
          </a:p>
        </p:txBody>
      </p:sp>
      <p:sp>
        <p:nvSpPr>
          <p:cNvPr id="3" name="Content Placeholder 2">
            <a:extLst>
              <a:ext uri="{FF2B5EF4-FFF2-40B4-BE49-F238E27FC236}">
                <a16:creationId xmlns:a16="http://schemas.microsoft.com/office/drawing/2014/main" xmlns="" id="{81D5B23F-E5BA-2B3D-2542-FB9193EEA9E9}"/>
              </a:ext>
            </a:extLst>
          </p:cNvPr>
          <p:cNvSpPr>
            <a:spLocks noGrp="1"/>
          </p:cNvSpPr>
          <p:nvPr>
            <p:ph sz="quarter" idx="11"/>
          </p:nvPr>
        </p:nvSpPr>
        <p:spPr>
          <a:xfrm>
            <a:off x="342900" y="1276710"/>
            <a:ext cx="8458200" cy="5024306"/>
          </a:xfrm>
        </p:spPr>
        <p:txBody>
          <a:bodyPr/>
          <a:lstStyle/>
          <a:p>
            <a:pPr marL="342900" indent="-342900" algn="just">
              <a:buFont typeface="Arial" panose="020B0604020202020204" pitchFamily="34" charset="0"/>
              <a:buChar char="•"/>
            </a:pPr>
            <a:r>
              <a:rPr lang="en-US" sz="2000" b="0" i="0" u="none" strike="noStrike" baseline="0" dirty="0">
                <a:latin typeface="+mn-lt"/>
              </a:rPr>
              <a:t>In this example, all four packets (or datagrams) belong to the same message, but may travel different paths to reach their destination. </a:t>
            </a:r>
          </a:p>
          <a:p>
            <a:pPr marL="342900" indent="-342900" algn="just">
              <a:buFont typeface="Arial" panose="020B0604020202020204" pitchFamily="34" charset="0"/>
              <a:buChar char="•"/>
            </a:pPr>
            <a:r>
              <a:rPr lang="en-US" sz="2000" b="0" i="0" u="none" strike="noStrike" baseline="0" dirty="0">
                <a:latin typeface="+mn-lt"/>
              </a:rPr>
              <a:t>This is so because the links may be involved in carrying packets from other sources and do not have the necessary bandwidth available to carry all the packets from A to X.</a:t>
            </a:r>
          </a:p>
          <a:p>
            <a:pPr marL="285750" indent="-285750" algn="just">
              <a:buFont typeface="Arial" panose="020B0604020202020204" pitchFamily="34" charset="0"/>
              <a:buChar char="•"/>
            </a:pPr>
            <a:r>
              <a:rPr lang="en-US" sz="2000" b="0" i="0" u="none" strike="noStrike" baseline="0" dirty="0">
                <a:latin typeface="+mn-lt"/>
              </a:rPr>
              <a:t>The datagram networks are sometimes referred to as </a:t>
            </a:r>
            <a:r>
              <a:rPr lang="en-US" sz="2000" b="0" i="1" u="none" strike="noStrike" baseline="0" dirty="0">
                <a:latin typeface="+mn-lt"/>
              </a:rPr>
              <a:t>connectionless networks</a:t>
            </a:r>
            <a:r>
              <a:rPr lang="en-US" sz="2000" b="0" i="0" u="none" strike="noStrike" baseline="0" dirty="0">
                <a:latin typeface="+mn-lt"/>
              </a:rPr>
              <a:t>. The term </a:t>
            </a:r>
            <a:r>
              <a:rPr lang="en-US" sz="2000" b="0" i="1" u="none" strike="noStrike" baseline="0" dirty="0">
                <a:latin typeface="+mn-lt"/>
              </a:rPr>
              <a:t>connectionless </a:t>
            </a:r>
            <a:r>
              <a:rPr lang="en-US" sz="2000" b="0" i="0" u="none" strike="noStrike" baseline="0" dirty="0">
                <a:latin typeface="+mn-lt"/>
              </a:rPr>
              <a:t>here means that the switch (packet switch) does not keep information about the connection state. </a:t>
            </a:r>
          </a:p>
          <a:p>
            <a:pPr marL="285750" indent="-285750" algn="just">
              <a:buFont typeface="Arial" panose="020B0604020202020204" pitchFamily="34" charset="0"/>
              <a:buChar char="•"/>
            </a:pPr>
            <a:r>
              <a:rPr lang="en-US" sz="2000" b="0" i="0" u="none" strike="noStrike" baseline="0" dirty="0">
                <a:latin typeface="+mn-lt"/>
              </a:rPr>
              <a:t>There are no setup or teardown phases. Each packet is treated the same by a switch regardless of its source or destination.</a:t>
            </a:r>
            <a:endParaRPr lang="en-IN" sz="2000" dirty="0">
              <a:latin typeface="+mn-lt"/>
            </a:endParaRPr>
          </a:p>
        </p:txBody>
      </p:sp>
      <p:sp>
        <p:nvSpPr>
          <p:cNvPr id="7" name="Slide Number Placeholder 6">
            <a:extLst>
              <a:ext uri="{FF2B5EF4-FFF2-40B4-BE49-F238E27FC236}">
                <a16:creationId xmlns:a16="http://schemas.microsoft.com/office/drawing/2014/main" xmlns="" id="{3D77E0D5-F349-9066-E03B-03AEC11FB05F}"/>
              </a:ext>
            </a:extLst>
          </p:cNvPr>
          <p:cNvSpPr>
            <a:spLocks noGrp="1"/>
          </p:cNvSpPr>
          <p:nvPr>
            <p:ph type="sldNum" sz="quarter" idx="10"/>
          </p:nvPr>
        </p:nvSpPr>
        <p:spPr/>
        <p:txBody>
          <a:bodyPr/>
          <a:lstStyle/>
          <a:p>
            <a:fld id="{68151E55-6873-49E2-B8D5-2F265E6F1973}" type="slidenum">
              <a:rPr lang="en-US" smtClean="0"/>
              <a:pPr/>
              <a:t>118</a:t>
            </a:fld>
            <a:endParaRPr lang="en-US"/>
          </a:p>
        </p:txBody>
      </p:sp>
    </p:spTree>
    <p:extLst>
      <p:ext uri="{BB962C8B-B14F-4D97-AF65-F5344CB8AC3E}">
        <p14:creationId xmlns:p14="http://schemas.microsoft.com/office/powerpoint/2010/main" xmlns="" val="415579506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4A85F05-0200-9044-7BEB-980392CBFA91}"/>
              </a:ext>
            </a:extLst>
          </p:cNvPr>
          <p:cNvSpPr>
            <a:spLocks noGrp="1"/>
          </p:cNvSpPr>
          <p:nvPr>
            <p:ph type="title"/>
          </p:nvPr>
        </p:nvSpPr>
        <p:spPr/>
        <p:txBody>
          <a:bodyPr/>
          <a:lstStyle/>
          <a:p>
            <a:r>
              <a:rPr lang="en-IN" dirty="0"/>
              <a:t>Packet Switching</a:t>
            </a:r>
          </a:p>
        </p:txBody>
      </p:sp>
      <p:sp>
        <p:nvSpPr>
          <p:cNvPr id="5" name="Text Placeholder 4">
            <a:extLst>
              <a:ext uri="{FF2B5EF4-FFF2-40B4-BE49-F238E27FC236}">
                <a16:creationId xmlns:a16="http://schemas.microsoft.com/office/drawing/2014/main" xmlns="" id="{1BA66D2B-2493-B010-C3C1-4182D7D2DD91}"/>
              </a:ext>
            </a:extLst>
          </p:cNvPr>
          <p:cNvSpPr>
            <a:spLocks noGrp="1"/>
          </p:cNvSpPr>
          <p:nvPr>
            <p:ph type="body" sz="quarter" idx="39"/>
          </p:nvPr>
        </p:nvSpPr>
        <p:spPr/>
        <p:txBody>
          <a:bodyPr/>
          <a:lstStyle/>
          <a:p>
            <a:endParaRPr lang="en-IN"/>
          </a:p>
        </p:txBody>
      </p:sp>
      <p:sp>
        <p:nvSpPr>
          <p:cNvPr id="6" name="Text Placeholder 5">
            <a:extLst>
              <a:ext uri="{FF2B5EF4-FFF2-40B4-BE49-F238E27FC236}">
                <a16:creationId xmlns:a16="http://schemas.microsoft.com/office/drawing/2014/main" xmlns="" id="{A2D6450D-CE2F-88D0-D128-947158A05948}"/>
              </a:ext>
            </a:extLst>
          </p:cNvPr>
          <p:cNvSpPr>
            <a:spLocks noGrp="1"/>
          </p:cNvSpPr>
          <p:nvPr>
            <p:ph type="body" sz="quarter" idx="40"/>
          </p:nvPr>
        </p:nvSpPr>
        <p:spPr/>
        <p:txBody>
          <a:bodyPr/>
          <a:lstStyle/>
          <a:p>
            <a:endParaRPr lang="en-IN"/>
          </a:p>
        </p:txBody>
      </p:sp>
      <p:sp>
        <p:nvSpPr>
          <p:cNvPr id="7" name="Slide Number Placeholder 6">
            <a:extLst>
              <a:ext uri="{FF2B5EF4-FFF2-40B4-BE49-F238E27FC236}">
                <a16:creationId xmlns:a16="http://schemas.microsoft.com/office/drawing/2014/main" xmlns="" id="{D299B5E6-AD5F-B323-377F-2EF82559096A}"/>
              </a:ext>
            </a:extLst>
          </p:cNvPr>
          <p:cNvSpPr>
            <a:spLocks noGrp="1"/>
          </p:cNvSpPr>
          <p:nvPr>
            <p:ph type="sldNum" sz="quarter" idx="10"/>
          </p:nvPr>
        </p:nvSpPr>
        <p:spPr/>
        <p:txBody>
          <a:bodyPr/>
          <a:lstStyle/>
          <a:p>
            <a:fld id="{68151E55-6873-49E2-B8D5-2F265E6F1973}" type="slidenum">
              <a:rPr lang="en-US" smtClean="0"/>
              <a:pPr/>
              <a:t>119</a:t>
            </a:fld>
            <a:endParaRPr lang="en-US"/>
          </a:p>
        </p:txBody>
      </p:sp>
      <p:pic>
        <p:nvPicPr>
          <p:cNvPr id="9" name="Picture 8">
            <a:extLst>
              <a:ext uri="{FF2B5EF4-FFF2-40B4-BE49-F238E27FC236}">
                <a16:creationId xmlns:a16="http://schemas.microsoft.com/office/drawing/2014/main" xmlns="" id="{B40D6F52-F4F3-1B7E-5933-A1C7ACB13303}"/>
              </a:ext>
            </a:extLst>
          </p:cNvPr>
          <p:cNvPicPr>
            <a:picLocks noChangeAspect="1"/>
          </p:cNvPicPr>
          <p:nvPr/>
        </p:nvPicPr>
        <p:blipFill>
          <a:blip r:embed="rId2"/>
          <a:stretch>
            <a:fillRect/>
          </a:stretch>
        </p:blipFill>
        <p:spPr>
          <a:xfrm>
            <a:off x="342900" y="1273737"/>
            <a:ext cx="8458200" cy="5105184"/>
          </a:xfrm>
          <a:prstGeom prst="rect">
            <a:avLst/>
          </a:prstGeom>
        </p:spPr>
      </p:pic>
    </p:spTree>
    <p:extLst>
      <p:ext uri="{BB962C8B-B14F-4D97-AF65-F5344CB8AC3E}">
        <p14:creationId xmlns:p14="http://schemas.microsoft.com/office/powerpoint/2010/main" xmlns="" val="61954691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150F4734-7067-BB57-70D9-6AADB26917E7}"/>
              </a:ext>
            </a:extLst>
          </p:cNvPr>
          <p:cNvSpPr>
            <a:spLocks noGrp="1"/>
          </p:cNvSpPr>
          <p:nvPr>
            <p:ph type="title"/>
          </p:nvPr>
        </p:nvSpPr>
        <p:spPr/>
        <p:txBody>
          <a:bodyPr/>
          <a:lstStyle/>
          <a:p>
            <a:r>
              <a:rPr lang="en-IN" dirty="0"/>
              <a:t>Packet Switching</a:t>
            </a:r>
          </a:p>
        </p:txBody>
      </p:sp>
      <p:sp>
        <p:nvSpPr>
          <p:cNvPr id="3" name="Content Placeholder 2">
            <a:extLst>
              <a:ext uri="{FF2B5EF4-FFF2-40B4-BE49-F238E27FC236}">
                <a16:creationId xmlns:a16="http://schemas.microsoft.com/office/drawing/2014/main" xmlns="" id="{1C2FE4F1-BDBC-362E-7AD7-91B9427B8EE2}"/>
              </a:ext>
            </a:extLst>
          </p:cNvPr>
          <p:cNvSpPr>
            <a:spLocks noGrp="1"/>
          </p:cNvSpPr>
          <p:nvPr>
            <p:ph sz="quarter" idx="11"/>
          </p:nvPr>
        </p:nvSpPr>
        <p:spPr/>
        <p:txBody>
          <a:bodyPr/>
          <a:lstStyle/>
          <a:p>
            <a:pPr algn="just"/>
            <a:r>
              <a:rPr lang="en-IN" sz="2000" b="1" i="1" u="none" strike="noStrike" baseline="0" dirty="0">
                <a:latin typeface="+mn-lt"/>
              </a:rPr>
              <a:t>Destination Address</a:t>
            </a:r>
          </a:p>
          <a:p>
            <a:pPr algn="just"/>
            <a:r>
              <a:rPr lang="en-US" sz="2000" b="0" i="0" u="none" strike="noStrike" baseline="0" dirty="0">
                <a:latin typeface="+mn-lt"/>
              </a:rPr>
              <a:t>Every packet in a datagram network carries a header that contains, among other information, the destination address of the packet. When the switch receives the packet, this destination address is examined; the routing table is consulted to find the corresponding port through which the packet should be forwarded.</a:t>
            </a:r>
          </a:p>
          <a:p>
            <a:pPr algn="just"/>
            <a:endParaRPr lang="en-US" sz="2000" i="0" dirty="0">
              <a:latin typeface="+mn-lt"/>
            </a:endParaRPr>
          </a:p>
          <a:p>
            <a:pPr algn="just"/>
            <a:r>
              <a:rPr lang="en-IN" sz="2000" b="1" i="1" u="none" strike="noStrike" baseline="0" dirty="0">
                <a:latin typeface="+mn-lt"/>
              </a:rPr>
              <a:t>Efficiency</a:t>
            </a:r>
          </a:p>
          <a:p>
            <a:pPr algn="just"/>
            <a:r>
              <a:rPr lang="en-US" sz="2000" b="0" i="0" u="none" strike="noStrike" baseline="0" dirty="0">
                <a:latin typeface="+mn-lt"/>
              </a:rPr>
              <a:t>The efficiency of a datagram network is better than that of a circuit-switched network; resources are allocated only when there are packets to be transferred. If a source sends a packet and there is a delay of a few minutes before another packet can be sent, the resources can be reallocated during these minutes for other packets from </a:t>
            </a:r>
            <a:r>
              <a:rPr lang="en-IN" sz="2000" b="0" i="0" u="none" strike="noStrike" baseline="0" dirty="0">
                <a:latin typeface="+mn-lt"/>
              </a:rPr>
              <a:t>other sources.</a:t>
            </a:r>
            <a:endParaRPr lang="en-IN" sz="2000" dirty="0">
              <a:latin typeface="+mn-lt"/>
            </a:endParaRPr>
          </a:p>
        </p:txBody>
      </p:sp>
      <p:sp>
        <p:nvSpPr>
          <p:cNvPr id="9" name="Text Placeholder 8">
            <a:extLst>
              <a:ext uri="{FF2B5EF4-FFF2-40B4-BE49-F238E27FC236}">
                <a16:creationId xmlns:a16="http://schemas.microsoft.com/office/drawing/2014/main" xmlns="" id="{EDEBFF5B-4EF7-E036-99E9-6115F6D3FE40}"/>
              </a:ext>
            </a:extLst>
          </p:cNvPr>
          <p:cNvSpPr>
            <a:spLocks noGrp="1"/>
          </p:cNvSpPr>
          <p:nvPr>
            <p:ph type="body" sz="quarter" idx="39"/>
          </p:nvPr>
        </p:nvSpPr>
        <p:spPr/>
        <p:txBody>
          <a:bodyPr/>
          <a:lstStyle/>
          <a:p>
            <a:endParaRPr lang="en-IN"/>
          </a:p>
        </p:txBody>
      </p:sp>
      <p:sp>
        <p:nvSpPr>
          <p:cNvPr id="10" name="Text Placeholder 9">
            <a:extLst>
              <a:ext uri="{FF2B5EF4-FFF2-40B4-BE49-F238E27FC236}">
                <a16:creationId xmlns:a16="http://schemas.microsoft.com/office/drawing/2014/main" xmlns="" id="{09A7642F-B1BF-AF0F-A049-5A7CD8891CC8}"/>
              </a:ext>
            </a:extLst>
          </p:cNvPr>
          <p:cNvSpPr>
            <a:spLocks noGrp="1"/>
          </p:cNvSpPr>
          <p:nvPr>
            <p:ph type="body" sz="quarter" idx="40"/>
          </p:nvPr>
        </p:nvSpPr>
        <p:spPr/>
        <p:txBody>
          <a:bodyPr/>
          <a:lstStyle/>
          <a:p>
            <a:endParaRPr lang="en-IN"/>
          </a:p>
        </p:txBody>
      </p:sp>
      <p:sp>
        <p:nvSpPr>
          <p:cNvPr id="7" name="Slide Number Placeholder 6">
            <a:extLst>
              <a:ext uri="{FF2B5EF4-FFF2-40B4-BE49-F238E27FC236}">
                <a16:creationId xmlns:a16="http://schemas.microsoft.com/office/drawing/2014/main" xmlns="" id="{FE4F5E79-6BCC-50A8-98E5-13E2500F3F2E}"/>
              </a:ext>
            </a:extLst>
          </p:cNvPr>
          <p:cNvSpPr>
            <a:spLocks noGrp="1"/>
          </p:cNvSpPr>
          <p:nvPr>
            <p:ph type="sldNum" sz="quarter" idx="10"/>
          </p:nvPr>
        </p:nvSpPr>
        <p:spPr/>
        <p:txBody>
          <a:bodyPr/>
          <a:lstStyle/>
          <a:p>
            <a:fld id="{68151E55-6873-49E2-B8D5-2F265E6F1973}" type="slidenum">
              <a:rPr lang="en-US" smtClean="0"/>
              <a:pPr/>
              <a:t>120</a:t>
            </a:fld>
            <a:endParaRPr lang="en-US"/>
          </a:p>
        </p:txBody>
      </p:sp>
    </p:spTree>
    <p:extLst>
      <p:ext uri="{BB962C8B-B14F-4D97-AF65-F5344CB8AC3E}">
        <p14:creationId xmlns:p14="http://schemas.microsoft.com/office/powerpoint/2010/main" xmlns="" val="171053975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FEDB4E97-08C8-A10F-F9DA-1285721CCE8D}"/>
              </a:ext>
            </a:extLst>
          </p:cNvPr>
          <p:cNvSpPr>
            <a:spLocks noGrp="1"/>
          </p:cNvSpPr>
          <p:nvPr>
            <p:ph type="title"/>
          </p:nvPr>
        </p:nvSpPr>
        <p:spPr/>
        <p:txBody>
          <a:bodyPr/>
          <a:lstStyle/>
          <a:p>
            <a:r>
              <a:rPr lang="en-IN" dirty="0"/>
              <a:t>Packet Switching</a:t>
            </a:r>
          </a:p>
        </p:txBody>
      </p:sp>
      <p:sp>
        <p:nvSpPr>
          <p:cNvPr id="9" name="Content Placeholder 8">
            <a:extLst>
              <a:ext uri="{FF2B5EF4-FFF2-40B4-BE49-F238E27FC236}">
                <a16:creationId xmlns:a16="http://schemas.microsoft.com/office/drawing/2014/main" xmlns="" id="{9D271090-1461-8DE9-C866-08E946CA06D8}"/>
              </a:ext>
            </a:extLst>
          </p:cNvPr>
          <p:cNvSpPr>
            <a:spLocks noGrp="1"/>
          </p:cNvSpPr>
          <p:nvPr>
            <p:ph sz="quarter" idx="11"/>
          </p:nvPr>
        </p:nvSpPr>
        <p:spPr/>
        <p:txBody>
          <a:bodyPr/>
          <a:lstStyle/>
          <a:p>
            <a:pPr algn="l"/>
            <a:r>
              <a:rPr lang="en-IN" sz="2000" b="1" i="1" u="none" strike="noStrike" baseline="0" dirty="0">
                <a:latin typeface="Times-BoldItalic"/>
              </a:rPr>
              <a:t>Delay</a:t>
            </a:r>
          </a:p>
          <a:p>
            <a:pPr algn="just"/>
            <a:r>
              <a:rPr lang="en-US" sz="2000" b="0" i="0" u="none" strike="noStrike" baseline="0" dirty="0">
                <a:latin typeface="Times-Roman"/>
              </a:rPr>
              <a:t>There may be greater delay in a datagram network than in a virtual-circuit network. Although there are no setup and teardown phases, each packet may experience a wait at a switch before it is forwarded. In addition, since not all packets in a message necessarily travel through the same switches, the delay is not uniform for the packets of a message. Figure 8.9 gives an example of delay in a datagram network for one packet</a:t>
            </a:r>
            <a:r>
              <a:rPr lang="en-US" sz="1800" b="0" i="0" u="none" strike="noStrike" baseline="0" dirty="0">
                <a:latin typeface="Times-Roman"/>
              </a:rPr>
              <a:t>.</a:t>
            </a:r>
            <a:endParaRPr lang="en-IN" dirty="0"/>
          </a:p>
        </p:txBody>
      </p:sp>
      <p:sp>
        <p:nvSpPr>
          <p:cNvPr id="10" name="Text Placeholder 9">
            <a:extLst>
              <a:ext uri="{FF2B5EF4-FFF2-40B4-BE49-F238E27FC236}">
                <a16:creationId xmlns:a16="http://schemas.microsoft.com/office/drawing/2014/main" xmlns="" id="{102A5E99-7C67-61BE-985D-82E190BE0CF4}"/>
              </a:ext>
            </a:extLst>
          </p:cNvPr>
          <p:cNvSpPr>
            <a:spLocks noGrp="1"/>
          </p:cNvSpPr>
          <p:nvPr>
            <p:ph type="body" sz="quarter" idx="39"/>
          </p:nvPr>
        </p:nvSpPr>
        <p:spPr/>
        <p:txBody>
          <a:bodyPr/>
          <a:lstStyle/>
          <a:p>
            <a:endParaRPr lang="en-IN"/>
          </a:p>
        </p:txBody>
      </p:sp>
      <p:sp>
        <p:nvSpPr>
          <p:cNvPr id="11" name="Text Placeholder 10">
            <a:extLst>
              <a:ext uri="{FF2B5EF4-FFF2-40B4-BE49-F238E27FC236}">
                <a16:creationId xmlns:a16="http://schemas.microsoft.com/office/drawing/2014/main" xmlns="" id="{0CE67713-4DF7-9913-989C-035CD0ECDAD4}"/>
              </a:ext>
            </a:extLst>
          </p:cNvPr>
          <p:cNvSpPr>
            <a:spLocks noGrp="1"/>
          </p:cNvSpPr>
          <p:nvPr>
            <p:ph type="body" sz="quarter" idx="40"/>
          </p:nvPr>
        </p:nvSpPr>
        <p:spPr/>
        <p:txBody>
          <a:bodyPr/>
          <a:lstStyle/>
          <a:p>
            <a:endParaRPr lang="en-IN"/>
          </a:p>
        </p:txBody>
      </p:sp>
      <p:sp>
        <p:nvSpPr>
          <p:cNvPr id="7" name="Slide Number Placeholder 6">
            <a:extLst>
              <a:ext uri="{FF2B5EF4-FFF2-40B4-BE49-F238E27FC236}">
                <a16:creationId xmlns:a16="http://schemas.microsoft.com/office/drawing/2014/main" xmlns="" id="{0FDFB400-1887-2641-DD2D-AB3FCA4622BE}"/>
              </a:ext>
            </a:extLst>
          </p:cNvPr>
          <p:cNvSpPr>
            <a:spLocks noGrp="1"/>
          </p:cNvSpPr>
          <p:nvPr>
            <p:ph type="sldNum" sz="quarter" idx="10"/>
          </p:nvPr>
        </p:nvSpPr>
        <p:spPr/>
        <p:txBody>
          <a:bodyPr/>
          <a:lstStyle/>
          <a:p>
            <a:fld id="{68151E55-6873-49E2-B8D5-2F265E6F1973}" type="slidenum">
              <a:rPr lang="en-US" smtClean="0"/>
              <a:pPr/>
              <a:t>121</a:t>
            </a:fld>
            <a:endParaRPr lang="en-US"/>
          </a:p>
        </p:txBody>
      </p:sp>
      <p:pic>
        <p:nvPicPr>
          <p:cNvPr id="13" name="Picture 12">
            <a:extLst>
              <a:ext uri="{FF2B5EF4-FFF2-40B4-BE49-F238E27FC236}">
                <a16:creationId xmlns:a16="http://schemas.microsoft.com/office/drawing/2014/main" xmlns="" id="{6630BE53-A36D-5F2C-E3C0-4270CE4753E3}"/>
              </a:ext>
            </a:extLst>
          </p:cNvPr>
          <p:cNvPicPr>
            <a:picLocks noChangeAspect="1"/>
          </p:cNvPicPr>
          <p:nvPr/>
        </p:nvPicPr>
        <p:blipFill>
          <a:blip r:embed="rId2"/>
          <a:stretch>
            <a:fillRect/>
          </a:stretch>
        </p:blipFill>
        <p:spPr>
          <a:xfrm>
            <a:off x="1538320" y="3501157"/>
            <a:ext cx="5734850" cy="2962688"/>
          </a:xfrm>
          <a:prstGeom prst="rect">
            <a:avLst/>
          </a:prstGeom>
        </p:spPr>
      </p:pic>
    </p:spTree>
    <p:extLst>
      <p:ext uri="{BB962C8B-B14F-4D97-AF65-F5344CB8AC3E}">
        <p14:creationId xmlns:p14="http://schemas.microsoft.com/office/powerpoint/2010/main" xmlns="" val="233923274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B213EAEA-BF98-FC0B-C854-0CC979DE676D}"/>
              </a:ext>
            </a:extLst>
          </p:cNvPr>
          <p:cNvSpPr>
            <a:spLocks noGrp="1"/>
          </p:cNvSpPr>
          <p:nvPr>
            <p:ph type="title"/>
          </p:nvPr>
        </p:nvSpPr>
        <p:spPr/>
        <p:txBody>
          <a:bodyPr/>
          <a:lstStyle/>
          <a:p>
            <a:r>
              <a:rPr lang="en-IN" dirty="0"/>
              <a:t>Packet Switching</a:t>
            </a:r>
          </a:p>
        </p:txBody>
      </p:sp>
      <p:sp>
        <p:nvSpPr>
          <p:cNvPr id="9" name="Content Placeholder 8">
            <a:extLst>
              <a:ext uri="{FF2B5EF4-FFF2-40B4-BE49-F238E27FC236}">
                <a16:creationId xmlns:a16="http://schemas.microsoft.com/office/drawing/2014/main" xmlns="" id="{FB8C5109-1247-1422-CF25-F7BD51E4D26A}"/>
              </a:ext>
            </a:extLst>
          </p:cNvPr>
          <p:cNvSpPr>
            <a:spLocks noGrp="1"/>
          </p:cNvSpPr>
          <p:nvPr>
            <p:ph sz="quarter" idx="11"/>
          </p:nvPr>
        </p:nvSpPr>
        <p:spPr/>
        <p:txBody>
          <a:bodyPr/>
          <a:lstStyle/>
          <a:p>
            <a:r>
              <a:rPr lang="en-US" b="1" dirty="0"/>
              <a:t>Virtual-Circuit Networks</a:t>
            </a:r>
          </a:p>
          <a:p>
            <a:pPr algn="just"/>
            <a:r>
              <a:rPr lang="en-US" sz="2000" i="0" dirty="0"/>
              <a:t>A virtual-circuit network is a cross between a circuit-switched network and a datagram network. It has some characteristics of both.</a:t>
            </a:r>
          </a:p>
          <a:p>
            <a:pPr marL="342900" indent="-342900" algn="l">
              <a:buFont typeface="+mj-lt"/>
              <a:buAutoNum type="arabicPeriod"/>
            </a:pPr>
            <a:r>
              <a:rPr lang="en-US" sz="1800" b="0" i="0" u="none" strike="noStrike" baseline="0" dirty="0">
                <a:solidFill>
                  <a:srgbClr val="000000"/>
                </a:solidFill>
                <a:latin typeface="Times-Roman"/>
              </a:rPr>
              <a:t>As in a circuit-switched network, there are setup and teardown phases in addition</a:t>
            </a:r>
          </a:p>
          <a:p>
            <a:pPr algn="l"/>
            <a:r>
              <a:rPr lang="en-US" sz="1800" b="0" i="0" u="none" strike="noStrike" baseline="0" dirty="0">
                <a:solidFill>
                  <a:srgbClr val="000000"/>
                </a:solidFill>
                <a:latin typeface="Times-Roman"/>
              </a:rPr>
              <a:t>to the data transfer phase.</a:t>
            </a:r>
          </a:p>
          <a:p>
            <a:pPr marL="342900" indent="-342900" algn="l">
              <a:buFont typeface="+mj-lt"/>
              <a:buAutoNum type="arabicPeriod" startAt="2"/>
            </a:pPr>
            <a:r>
              <a:rPr lang="en-US" sz="1800" b="0" i="0" u="none" strike="noStrike" baseline="0" dirty="0">
                <a:solidFill>
                  <a:srgbClr val="000000"/>
                </a:solidFill>
                <a:latin typeface="Times-Roman"/>
              </a:rPr>
              <a:t>Resources can be allocated during the setup phase, as in a circuit-switched network,</a:t>
            </a:r>
          </a:p>
          <a:p>
            <a:pPr algn="l"/>
            <a:r>
              <a:rPr lang="en-US" sz="1800" b="0" i="0" u="none" strike="noStrike" baseline="0" dirty="0">
                <a:solidFill>
                  <a:srgbClr val="000000"/>
                </a:solidFill>
                <a:latin typeface="Times-Roman"/>
              </a:rPr>
              <a:t>or on demand, as in a datagram network.</a:t>
            </a:r>
          </a:p>
          <a:p>
            <a:pPr marL="342900" indent="-342900" algn="l">
              <a:buFont typeface="+mj-lt"/>
              <a:buAutoNum type="arabicPeriod" startAt="3"/>
            </a:pPr>
            <a:r>
              <a:rPr lang="en-US" sz="1800" i="0" dirty="0">
                <a:solidFill>
                  <a:srgbClr val="000000"/>
                </a:solidFill>
                <a:latin typeface="Times-Roman"/>
              </a:rPr>
              <a:t> </a:t>
            </a:r>
            <a:r>
              <a:rPr lang="en-US" sz="1800" b="0" i="0" u="none" strike="noStrike" baseline="0" dirty="0">
                <a:latin typeface="Times-Roman"/>
              </a:rPr>
              <a:t>As in a datagram network, data are packetized and each packet carries an address in                the header. However, the address in the header has local jurisdiction (it defines what       the next switch should be and the channel on which the packet is being carried), not end-to-end jurisdiction. The reader may ask how the intermediate switches know where to send the packet if there is no final destination address carried by a packet. The answer will be clear when we discuss virtual-circuit identifiers in the next section.</a:t>
            </a:r>
            <a:endParaRPr lang="en-IN" sz="2000" i="0" dirty="0"/>
          </a:p>
        </p:txBody>
      </p:sp>
      <p:sp>
        <p:nvSpPr>
          <p:cNvPr id="10" name="Text Placeholder 9">
            <a:extLst>
              <a:ext uri="{FF2B5EF4-FFF2-40B4-BE49-F238E27FC236}">
                <a16:creationId xmlns:a16="http://schemas.microsoft.com/office/drawing/2014/main" xmlns="" id="{335DB31D-99F1-CBA1-EE1C-1FB4DE10E45D}"/>
              </a:ext>
            </a:extLst>
          </p:cNvPr>
          <p:cNvSpPr>
            <a:spLocks noGrp="1"/>
          </p:cNvSpPr>
          <p:nvPr>
            <p:ph type="body" sz="quarter" idx="39"/>
          </p:nvPr>
        </p:nvSpPr>
        <p:spPr/>
        <p:txBody>
          <a:bodyPr/>
          <a:lstStyle/>
          <a:p>
            <a:endParaRPr lang="en-IN"/>
          </a:p>
        </p:txBody>
      </p:sp>
      <p:sp>
        <p:nvSpPr>
          <p:cNvPr id="11" name="Text Placeholder 10">
            <a:extLst>
              <a:ext uri="{FF2B5EF4-FFF2-40B4-BE49-F238E27FC236}">
                <a16:creationId xmlns:a16="http://schemas.microsoft.com/office/drawing/2014/main" xmlns="" id="{B36B93D8-41E8-5AD4-E65C-619C2F0E331B}"/>
              </a:ext>
            </a:extLst>
          </p:cNvPr>
          <p:cNvSpPr>
            <a:spLocks noGrp="1"/>
          </p:cNvSpPr>
          <p:nvPr>
            <p:ph type="body" sz="quarter" idx="40"/>
          </p:nvPr>
        </p:nvSpPr>
        <p:spPr/>
        <p:txBody>
          <a:bodyPr/>
          <a:lstStyle/>
          <a:p>
            <a:endParaRPr lang="en-IN"/>
          </a:p>
        </p:txBody>
      </p:sp>
      <p:sp>
        <p:nvSpPr>
          <p:cNvPr id="7" name="Slide Number Placeholder 6">
            <a:extLst>
              <a:ext uri="{FF2B5EF4-FFF2-40B4-BE49-F238E27FC236}">
                <a16:creationId xmlns:a16="http://schemas.microsoft.com/office/drawing/2014/main" xmlns="" id="{32F66A61-29A7-0CBC-44EB-A8AAAD5B9941}"/>
              </a:ext>
            </a:extLst>
          </p:cNvPr>
          <p:cNvSpPr>
            <a:spLocks noGrp="1"/>
          </p:cNvSpPr>
          <p:nvPr>
            <p:ph type="sldNum" sz="quarter" idx="10"/>
          </p:nvPr>
        </p:nvSpPr>
        <p:spPr/>
        <p:txBody>
          <a:bodyPr/>
          <a:lstStyle/>
          <a:p>
            <a:fld id="{68151E55-6873-49E2-B8D5-2F265E6F1973}" type="slidenum">
              <a:rPr lang="en-US" smtClean="0"/>
              <a:pPr/>
              <a:t>122</a:t>
            </a:fld>
            <a:endParaRPr lang="en-US"/>
          </a:p>
        </p:txBody>
      </p:sp>
    </p:spTree>
    <p:extLst>
      <p:ext uri="{BB962C8B-B14F-4D97-AF65-F5344CB8AC3E}">
        <p14:creationId xmlns:p14="http://schemas.microsoft.com/office/powerpoint/2010/main" xmlns="" val="137480350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87399904-079C-3FF4-4441-A30B26F49494}"/>
              </a:ext>
            </a:extLst>
          </p:cNvPr>
          <p:cNvSpPr>
            <a:spLocks noGrp="1"/>
          </p:cNvSpPr>
          <p:nvPr>
            <p:ph type="title"/>
          </p:nvPr>
        </p:nvSpPr>
        <p:spPr/>
        <p:txBody>
          <a:bodyPr/>
          <a:lstStyle/>
          <a:p>
            <a:r>
              <a:rPr lang="en-IN" dirty="0"/>
              <a:t>Packet Switching</a:t>
            </a:r>
          </a:p>
        </p:txBody>
      </p:sp>
      <p:sp>
        <p:nvSpPr>
          <p:cNvPr id="9" name="Content Placeholder 8">
            <a:extLst>
              <a:ext uri="{FF2B5EF4-FFF2-40B4-BE49-F238E27FC236}">
                <a16:creationId xmlns:a16="http://schemas.microsoft.com/office/drawing/2014/main" xmlns="" id="{EA256BBA-FAA4-97B0-387C-6F4B66E27250}"/>
              </a:ext>
            </a:extLst>
          </p:cNvPr>
          <p:cNvSpPr>
            <a:spLocks noGrp="1"/>
          </p:cNvSpPr>
          <p:nvPr>
            <p:ph sz="quarter" idx="11"/>
          </p:nvPr>
        </p:nvSpPr>
        <p:spPr/>
        <p:txBody>
          <a:bodyPr/>
          <a:lstStyle/>
          <a:p>
            <a:pPr marL="342900" indent="-342900" algn="l">
              <a:buFont typeface="+mj-lt"/>
              <a:buAutoNum type="arabicPeriod" startAt="4"/>
            </a:pPr>
            <a:r>
              <a:rPr lang="en-US" sz="1800" b="0" i="0" u="none" strike="noStrike" baseline="0" dirty="0">
                <a:latin typeface="Times-Roman"/>
              </a:rPr>
              <a:t>As in a circuit-switched network, all packets follow the same path established during</a:t>
            </a:r>
          </a:p>
          <a:p>
            <a:pPr algn="l"/>
            <a:r>
              <a:rPr lang="en-IN" sz="1800" b="0" i="0" u="none" strike="noStrike" baseline="0" dirty="0">
                <a:latin typeface="Times-Roman"/>
              </a:rPr>
              <a:t>the connection.</a:t>
            </a:r>
          </a:p>
          <a:p>
            <a:pPr marL="342900" indent="-342900" algn="l">
              <a:buFont typeface="+mj-lt"/>
              <a:buAutoNum type="arabicPeriod" startAt="5"/>
            </a:pPr>
            <a:r>
              <a:rPr lang="en-US" sz="1800" b="0" i="0" u="none" strike="noStrike" baseline="0" dirty="0">
                <a:latin typeface="Times-Roman"/>
              </a:rPr>
              <a:t>A virtual-circuit network is normally implemented in the data-link layer, while a circuit-switched network is implemented in the physical layer and a datagram network in the network layer. But this may change in the future.</a:t>
            </a:r>
            <a:endParaRPr lang="en-IN" sz="1800" b="0" i="0" u="none" strike="noStrike" baseline="0" dirty="0">
              <a:latin typeface="Times-Roman"/>
            </a:endParaRPr>
          </a:p>
          <a:p>
            <a:pPr algn="l"/>
            <a:r>
              <a:rPr lang="en-US" sz="1800" b="0" i="0" u="none" strike="noStrike" baseline="0" dirty="0">
                <a:latin typeface="Times-Roman"/>
              </a:rPr>
              <a:t>Figure 8.10 is an example of a virtual-circuit network.</a:t>
            </a:r>
          </a:p>
          <a:p>
            <a:pPr algn="l"/>
            <a:endParaRPr lang="en-IN" dirty="0"/>
          </a:p>
        </p:txBody>
      </p:sp>
      <p:sp>
        <p:nvSpPr>
          <p:cNvPr id="7" name="Slide Number Placeholder 6">
            <a:extLst>
              <a:ext uri="{FF2B5EF4-FFF2-40B4-BE49-F238E27FC236}">
                <a16:creationId xmlns:a16="http://schemas.microsoft.com/office/drawing/2014/main" xmlns="" id="{86332BB0-CED1-39AB-10F6-34708FC3EED0}"/>
              </a:ext>
            </a:extLst>
          </p:cNvPr>
          <p:cNvSpPr>
            <a:spLocks noGrp="1"/>
          </p:cNvSpPr>
          <p:nvPr>
            <p:ph type="sldNum" sz="quarter" idx="10"/>
          </p:nvPr>
        </p:nvSpPr>
        <p:spPr/>
        <p:txBody>
          <a:bodyPr/>
          <a:lstStyle/>
          <a:p>
            <a:fld id="{68151E55-6873-49E2-B8D5-2F265E6F1973}" type="slidenum">
              <a:rPr lang="en-US" smtClean="0"/>
              <a:pPr/>
              <a:t>123</a:t>
            </a:fld>
            <a:endParaRPr lang="en-US"/>
          </a:p>
        </p:txBody>
      </p:sp>
      <p:pic>
        <p:nvPicPr>
          <p:cNvPr id="13" name="Picture 12">
            <a:extLst>
              <a:ext uri="{FF2B5EF4-FFF2-40B4-BE49-F238E27FC236}">
                <a16:creationId xmlns:a16="http://schemas.microsoft.com/office/drawing/2014/main" xmlns="" id="{22E079E6-07CB-E109-350D-03BCEAB09078}"/>
              </a:ext>
            </a:extLst>
          </p:cNvPr>
          <p:cNvPicPr>
            <a:picLocks noChangeAspect="1"/>
          </p:cNvPicPr>
          <p:nvPr/>
        </p:nvPicPr>
        <p:blipFill>
          <a:blip r:embed="rId2"/>
          <a:stretch>
            <a:fillRect/>
          </a:stretch>
        </p:blipFill>
        <p:spPr>
          <a:xfrm>
            <a:off x="1274584" y="3364027"/>
            <a:ext cx="6903892" cy="3180318"/>
          </a:xfrm>
          <a:prstGeom prst="rect">
            <a:avLst/>
          </a:prstGeom>
        </p:spPr>
      </p:pic>
    </p:spTree>
    <p:extLst>
      <p:ext uri="{BB962C8B-B14F-4D97-AF65-F5344CB8AC3E}">
        <p14:creationId xmlns:p14="http://schemas.microsoft.com/office/powerpoint/2010/main" xmlns="" val="388645544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BFF178DA-9211-DE67-0E0C-912DCEFFF136}"/>
              </a:ext>
            </a:extLst>
          </p:cNvPr>
          <p:cNvSpPr>
            <a:spLocks noGrp="1"/>
          </p:cNvSpPr>
          <p:nvPr>
            <p:ph type="title"/>
          </p:nvPr>
        </p:nvSpPr>
        <p:spPr/>
        <p:txBody>
          <a:bodyPr/>
          <a:lstStyle/>
          <a:p>
            <a:r>
              <a:rPr lang="en-IN" dirty="0"/>
              <a:t>Packet Switching</a:t>
            </a:r>
          </a:p>
        </p:txBody>
      </p:sp>
      <p:sp>
        <p:nvSpPr>
          <p:cNvPr id="9" name="Content Placeholder 8">
            <a:extLst>
              <a:ext uri="{FF2B5EF4-FFF2-40B4-BE49-F238E27FC236}">
                <a16:creationId xmlns:a16="http://schemas.microsoft.com/office/drawing/2014/main" xmlns="" id="{334140B9-5E09-1D27-8C12-F960A094D878}"/>
              </a:ext>
            </a:extLst>
          </p:cNvPr>
          <p:cNvSpPr>
            <a:spLocks noGrp="1"/>
          </p:cNvSpPr>
          <p:nvPr>
            <p:ph sz="quarter" idx="11"/>
          </p:nvPr>
        </p:nvSpPr>
        <p:spPr/>
        <p:txBody>
          <a:bodyPr/>
          <a:lstStyle/>
          <a:p>
            <a:pPr algn="l"/>
            <a:r>
              <a:rPr lang="en-IN" b="1" i="1" u="none" strike="noStrike" baseline="0" dirty="0">
                <a:latin typeface="Times-BoldItalic"/>
              </a:rPr>
              <a:t>Addressing</a:t>
            </a:r>
          </a:p>
          <a:p>
            <a:pPr algn="l"/>
            <a:r>
              <a:rPr lang="en-US" sz="2000" b="0" i="0" u="none" strike="noStrike" baseline="0" dirty="0">
                <a:solidFill>
                  <a:srgbClr val="000000"/>
                </a:solidFill>
                <a:latin typeface="Times-Roman"/>
              </a:rPr>
              <a:t>In a virtual-circuit network, two types of addressing are involved: global and local</a:t>
            </a:r>
          </a:p>
          <a:p>
            <a:pPr algn="l"/>
            <a:r>
              <a:rPr lang="en-IN" sz="2000" b="0" i="0" u="none" strike="noStrike" baseline="0" dirty="0">
                <a:solidFill>
                  <a:srgbClr val="000000"/>
                </a:solidFill>
                <a:latin typeface="Times-Roman"/>
              </a:rPr>
              <a:t>(virtual-circuit identifier).</a:t>
            </a:r>
          </a:p>
          <a:p>
            <a:pPr algn="l"/>
            <a:r>
              <a:rPr lang="en-IN" sz="2000" b="1" i="1" u="none" strike="noStrike" baseline="0" dirty="0">
                <a:solidFill>
                  <a:srgbClr val="000000"/>
                </a:solidFill>
                <a:latin typeface="Times-BoldItalic"/>
              </a:rPr>
              <a:t>Global Addressing</a:t>
            </a:r>
          </a:p>
          <a:p>
            <a:pPr algn="just"/>
            <a:r>
              <a:rPr lang="en-US" sz="2000" b="0" i="0" u="none" strike="noStrike" baseline="0" dirty="0">
                <a:solidFill>
                  <a:srgbClr val="000000"/>
                </a:solidFill>
                <a:latin typeface="Times-Roman"/>
              </a:rPr>
              <a:t>A source or a destination needs to have a global address—an address that can be unique in the scope of the network or internationally if the network is part of an international network. However, we will see that a global address in virtual-circuit networks is used only to create a virtual-circuit identifier, as discussed next.</a:t>
            </a:r>
          </a:p>
          <a:p>
            <a:pPr algn="just"/>
            <a:endParaRPr lang="en-IN" sz="2000" dirty="0"/>
          </a:p>
        </p:txBody>
      </p:sp>
      <p:sp>
        <p:nvSpPr>
          <p:cNvPr id="10" name="Text Placeholder 9">
            <a:extLst>
              <a:ext uri="{FF2B5EF4-FFF2-40B4-BE49-F238E27FC236}">
                <a16:creationId xmlns:a16="http://schemas.microsoft.com/office/drawing/2014/main" xmlns="" id="{D3D06B7D-8B5D-DED5-EA21-4DFB5460ED31}"/>
              </a:ext>
            </a:extLst>
          </p:cNvPr>
          <p:cNvSpPr>
            <a:spLocks noGrp="1"/>
          </p:cNvSpPr>
          <p:nvPr>
            <p:ph type="body" sz="quarter" idx="39"/>
          </p:nvPr>
        </p:nvSpPr>
        <p:spPr/>
        <p:txBody>
          <a:bodyPr/>
          <a:lstStyle/>
          <a:p>
            <a:endParaRPr lang="en-IN"/>
          </a:p>
        </p:txBody>
      </p:sp>
      <p:sp>
        <p:nvSpPr>
          <p:cNvPr id="11" name="Text Placeholder 10">
            <a:extLst>
              <a:ext uri="{FF2B5EF4-FFF2-40B4-BE49-F238E27FC236}">
                <a16:creationId xmlns:a16="http://schemas.microsoft.com/office/drawing/2014/main" xmlns="" id="{D83B480F-23C1-8141-84AA-A497886F48BE}"/>
              </a:ext>
            </a:extLst>
          </p:cNvPr>
          <p:cNvSpPr>
            <a:spLocks noGrp="1"/>
          </p:cNvSpPr>
          <p:nvPr>
            <p:ph type="body" sz="quarter" idx="40"/>
          </p:nvPr>
        </p:nvSpPr>
        <p:spPr/>
        <p:txBody>
          <a:bodyPr/>
          <a:lstStyle/>
          <a:p>
            <a:endParaRPr lang="en-IN"/>
          </a:p>
        </p:txBody>
      </p:sp>
      <p:sp>
        <p:nvSpPr>
          <p:cNvPr id="7" name="Slide Number Placeholder 6">
            <a:extLst>
              <a:ext uri="{FF2B5EF4-FFF2-40B4-BE49-F238E27FC236}">
                <a16:creationId xmlns:a16="http://schemas.microsoft.com/office/drawing/2014/main" xmlns="" id="{EFEBA479-CB97-2CC0-1583-2F57A0155B8D}"/>
              </a:ext>
            </a:extLst>
          </p:cNvPr>
          <p:cNvSpPr>
            <a:spLocks noGrp="1"/>
          </p:cNvSpPr>
          <p:nvPr>
            <p:ph type="sldNum" sz="quarter" idx="10"/>
          </p:nvPr>
        </p:nvSpPr>
        <p:spPr/>
        <p:txBody>
          <a:bodyPr/>
          <a:lstStyle/>
          <a:p>
            <a:fld id="{68151E55-6873-49E2-B8D5-2F265E6F1973}" type="slidenum">
              <a:rPr lang="en-US" smtClean="0"/>
              <a:pPr/>
              <a:t>124</a:t>
            </a:fld>
            <a:endParaRPr lang="en-US"/>
          </a:p>
        </p:txBody>
      </p:sp>
    </p:spTree>
    <p:extLst>
      <p:ext uri="{BB962C8B-B14F-4D97-AF65-F5344CB8AC3E}">
        <p14:creationId xmlns:p14="http://schemas.microsoft.com/office/powerpoint/2010/main" xmlns="" val="363040156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0AC24619-7A72-3602-FB7E-F331CF0EDF8D}"/>
              </a:ext>
            </a:extLst>
          </p:cNvPr>
          <p:cNvSpPr>
            <a:spLocks noGrp="1"/>
          </p:cNvSpPr>
          <p:nvPr>
            <p:ph type="title"/>
          </p:nvPr>
        </p:nvSpPr>
        <p:spPr/>
        <p:txBody>
          <a:bodyPr/>
          <a:lstStyle/>
          <a:p>
            <a:r>
              <a:rPr lang="en-IN" dirty="0"/>
              <a:t>Packet Switching</a:t>
            </a:r>
          </a:p>
        </p:txBody>
      </p:sp>
      <p:sp>
        <p:nvSpPr>
          <p:cNvPr id="3" name="Content Placeholder 2">
            <a:extLst>
              <a:ext uri="{FF2B5EF4-FFF2-40B4-BE49-F238E27FC236}">
                <a16:creationId xmlns:a16="http://schemas.microsoft.com/office/drawing/2014/main" xmlns="" id="{49B46E96-029F-0AAE-DA95-F52822A84E17}"/>
              </a:ext>
            </a:extLst>
          </p:cNvPr>
          <p:cNvSpPr>
            <a:spLocks noGrp="1"/>
          </p:cNvSpPr>
          <p:nvPr>
            <p:ph sz="quarter" idx="11"/>
          </p:nvPr>
        </p:nvSpPr>
        <p:spPr/>
        <p:txBody>
          <a:bodyPr/>
          <a:lstStyle/>
          <a:p>
            <a:pPr algn="l"/>
            <a:r>
              <a:rPr lang="en-IN" b="1" i="1" u="none" strike="noStrike" baseline="0" dirty="0">
                <a:latin typeface="Times-BoldItalic"/>
              </a:rPr>
              <a:t>Three Phases</a:t>
            </a:r>
          </a:p>
          <a:p>
            <a:pPr algn="l"/>
            <a:r>
              <a:rPr lang="en-US" sz="2000" b="0" i="0" u="none" strike="noStrike" baseline="0" dirty="0">
                <a:solidFill>
                  <a:srgbClr val="000000"/>
                </a:solidFill>
                <a:latin typeface="Times-Roman"/>
              </a:rPr>
              <a:t>As in a circuit-switched network, a source and destination need to go through three</a:t>
            </a:r>
          </a:p>
          <a:p>
            <a:pPr algn="l"/>
            <a:r>
              <a:rPr lang="en-US" sz="2000" b="0" i="0" u="none" strike="noStrike" baseline="0" dirty="0">
                <a:solidFill>
                  <a:srgbClr val="000000"/>
                </a:solidFill>
                <a:latin typeface="Times-Roman"/>
              </a:rPr>
              <a:t>phases in a virtual-circuit network: </a:t>
            </a:r>
            <a:r>
              <a:rPr lang="en-US" sz="2000" b="1" i="0" u="none" strike="noStrike" baseline="0" dirty="0">
                <a:solidFill>
                  <a:srgbClr val="000000"/>
                </a:solidFill>
                <a:latin typeface="Times-Roman"/>
              </a:rPr>
              <a:t>setup, data transfer, and teardown</a:t>
            </a:r>
            <a:r>
              <a:rPr lang="en-US" sz="2000" b="0" i="0" u="none" strike="noStrike" baseline="0" dirty="0">
                <a:solidFill>
                  <a:srgbClr val="000000"/>
                </a:solidFill>
                <a:latin typeface="Times-Roman"/>
              </a:rPr>
              <a:t>.</a:t>
            </a:r>
          </a:p>
          <a:p>
            <a:pPr algn="l"/>
            <a:r>
              <a:rPr lang="en-US" sz="2000" b="0" i="0" u="none" strike="noStrike" baseline="0" dirty="0">
                <a:solidFill>
                  <a:srgbClr val="000000"/>
                </a:solidFill>
                <a:latin typeface="Times-Roman"/>
              </a:rPr>
              <a:t> </a:t>
            </a:r>
            <a:r>
              <a:rPr lang="en-US" sz="2000" b="1" i="0" u="none" strike="noStrike" baseline="0" dirty="0">
                <a:solidFill>
                  <a:srgbClr val="000000"/>
                </a:solidFill>
                <a:latin typeface="Times-Roman"/>
              </a:rPr>
              <a:t>In the setup phase</a:t>
            </a:r>
            <a:r>
              <a:rPr lang="en-US" sz="2000" b="0" i="0" u="none" strike="noStrike" baseline="0" dirty="0">
                <a:solidFill>
                  <a:srgbClr val="000000"/>
                </a:solidFill>
                <a:latin typeface="Times-Roman"/>
              </a:rPr>
              <a:t>, the source and destination use their global addresses to help switches make table entries for the connection. </a:t>
            </a:r>
          </a:p>
          <a:p>
            <a:pPr algn="l"/>
            <a:r>
              <a:rPr lang="en-US" sz="2000" b="1" i="0" u="none" strike="noStrike" baseline="0" dirty="0">
                <a:solidFill>
                  <a:srgbClr val="000000"/>
                </a:solidFill>
                <a:latin typeface="Times-Roman"/>
              </a:rPr>
              <a:t>In the teardown phase</a:t>
            </a:r>
            <a:r>
              <a:rPr lang="en-US" sz="2000" b="0" i="0" u="none" strike="noStrike" baseline="0" dirty="0">
                <a:solidFill>
                  <a:srgbClr val="000000"/>
                </a:solidFill>
                <a:latin typeface="Times-Roman"/>
              </a:rPr>
              <a:t>, the source and destination inform the switches to delete the corresponding entry.</a:t>
            </a:r>
          </a:p>
          <a:p>
            <a:pPr algn="l"/>
            <a:endParaRPr lang="en-IN" sz="2000" dirty="0"/>
          </a:p>
        </p:txBody>
      </p:sp>
      <p:sp>
        <p:nvSpPr>
          <p:cNvPr id="9" name="Text Placeholder 8">
            <a:extLst>
              <a:ext uri="{FF2B5EF4-FFF2-40B4-BE49-F238E27FC236}">
                <a16:creationId xmlns:a16="http://schemas.microsoft.com/office/drawing/2014/main" xmlns="" id="{B5C0EF54-529D-F05C-7D22-F7FE1764E576}"/>
              </a:ext>
            </a:extLst>
          </p:cNvPr>
          <p:cNvSpPr>
            <a:spLocks noGrp="1"/>
          </p:cNvSpPr>
          <p:nvPr>
            <p:ph type="body" sz="quarter" idx="39"/>
          </p:nvPr>
        </p:nvSpPr>
        <p:spPr/>
        <p:txBody>
          <a:bodyPr/>
          <a:lstStyle/>
          <a:p>
            <a:endParaRPr lang="en-IN"/>
          </a:p>
        </p:txBody>
      </p:sp>
      <p:sp>
        <p:nvSpPr>
          <p:cNvPr id="10" name="Text Placeholder 9">
            <a:extLst>
              <a:ext uri="{FF2B5EF4-FFF2-40B4-BE49-F238E27FC236}">
                <a16:creationId xmlns:a16="http://schemas.microsoft.com/office/drawing/2014/main" xmlns="" id="{5364F42D-4360-2926-C4EC-0DB498CAC0D8}"/>
              </a:ext>
            </a:extLst>
          </p:cNvPr>
          <p:cNvSpPr>
            <a:spLocks noGrp="1"/>
          </p:cNvSpPr>
          <p:nvPr>
            <p:ph type="body" sz="quarter" idx="40"/>
          </p:nvPr>
        </p:nvSpPr>
        <p:spPr/>
        <p:txBody>
          <a:bodyPr/>
          <a:lstStyle/>
          <a:p>
            <a:endParaRPr lang="en-IN"/>
          </a:p>
        </p:txBody>
      </p:sp>
      <p:sp>
        <p:nvSpPr>
          <p:cNvPr id="7" name="Slide Number Placeholder 6">
            <a:extLst>
              <a:ext uri="{FF2B5EF4-FFF2-40B4-BE49-F238E27FC236}">
                <a16:creationId xmlns:a16="http://schemas.microsoft.com/office/drawing/2014/main" xmlns="" id="{8BFB7D3D-6E9A-78B3-6F02-0CDDB88C4F1F}"/>
              </a:ext>
            </a:extLst>
          </p:cNvPr>
          <p:cNvSpPr>
            <a:spLocks noGrp="1"/>
          </p:cNvSpPr>
          <p:nvPr>
            <p:ph type="sldNum" sz="quarter" idx="10"/>
          </p:nvPr>
        </p:nvSpPr>
        <p:spPr/>
        <p:txBody>
          <a:bodyPr/>
          <a:lstStyle/>
          <a:p>
            <a:fld id="{68151E55-6873-49E2-B8D5-2F265E6F1973}" type="slidenum">
              <a:rPr lang="en-US" smtClean="0"/>
              <a:pPr/>
              <a:t>125</a:t>
            </a:fld>
            <a:endParaRPr lang="en-US"/>
          </a:p>
        </p:txBody>
      </p:sp>
    </p:spTree>
    <p:extLst>
      <p:ext uri="{BB962C8B-B14F-4D97-AF65-F5344CB8AC3E}">
        <p14:creationId xmlns:p14="http://schemas.microsoft.com/office/powerpoint/2010/main" xmlns="" val="276149201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0FF8320-0954-6C9D-B9AA-FFE1F6725794}"/>
              </a:ext>
            </a:extLst>
          </p:cNvPr>
          <p:cNvSpPr>
            <a:spLocks noGrp="1"/>
          </p:cNvSpPr>
          <p:nvPr>
            <p:ph type="title"/>
          </p:nvPr>
        </p:nvSpPr>
        <p:spPr/>
        <p:txBody>
          <a:bodyPr/>
          <a:lstStyle/>
          <a:p>
            <a:r>
              <a:rPr lang="en-IN" dirty="0"/>
              <a:t>Packet Switching</a:t>
            </a:r>
          </a:p>
        </p:txBody>
      </p:sp>
      <p:sp>
        <p:nvSpPr>
          <p:cNvPr id="5" name="Text Placeholder 4">
            <a:extLst>
              <a:ext uri="{FF2B5EF4-FFF2-40B4-BE49-F238E27FC236}">
                <a16:creationId xmlns:a16="http://schemas.microsoft.com/office/drawing/2014/main" xmlns="" id="{5FDB49D6-C4C4-BA5E-DA04-1851E02E03DE}"/>
              </a:ext>
            </a:extLst>
          </p:cNvPr>
          <p:cNvSpPr>
            <a:spLocks noGrp="1"/>
          </p:cNvSpPr>
          <p:nvPr>
            <p:ph type="body" sz="quarter" idx="39"/>
          </p:nvPr>
        </p:nvSpPr>
        <p:spPr/>
        <p:txBody>
          <a:bodyPr/>
          <a:lstStyle/>
          <a:p>
            <a:endParaRPr lang="en-IN"/>
          </a:p>
        </p:txBody>
      </p:sp>
      <p:sp>
        <p:nvSpPr>
          <p:cNvPr id="6" name="Text Placeholder 5">
            <a:extLst>
              <a:ext uri="{FF2B5EF4-FFF2-40B4-BE49-F238E27FC236}">
                <a16:creationId xmlns:a16="http://schemas.microsoft.com/office/drawing/2014/main" xmlns="" id="{5C39D672-DB76-F5E3-27CC-E2AA33484FD1}"/>
              </a:ext>
            </a:extLst>
          </p:cNvPr>
          <p:cNvSpPr>
            <a:spLocks noGrp="1"/>
          </p:cNvSpPr>
          <p:nvPr>
            <p:ph type="body" sz="quarter" idx="40"/>
          </p:nvPr>
        </p:nvSpPr>
        <p:spPr/>
        <p:txBody>
          <a:bodyPr/>
          <a:lstStyle/>
          <a:p>
            <a:endParaRPr lang="en-IN"/>
          </a:p>
        </p:txBody>
      </p:sp>
      <p:sp>
        <p:nvSpPr>
          <p:cNvPr id="7" name="Slide Number Placeholder 6">
            <a:extLst>
              <a:ext uri="{FF2B5EF4-FFF2-40B4-BE49-F238E27FC236}">
                <a16:creationId xmlns:a16="http://schemas.microsoft.com/office/drawing/2014/main" xmlns="" id="{3AD9A2FB-D3F1-84FD-C20F-E0A9F62DE3AA}"/>
              </a:ext>
            </a:extLst>
          </p:cNvPr>
          <p:cNvSpPr>
            <a:spLocks noGrp="1"/>
          </p:cNvSpPr>
          <p:nvPr>
            <p:ph type="sldNum" sz="quarter" idx="10"/>
          </p:nvPr>
        </p:nvSpPr>
        <p:spPr/>
        <p:txBody>
          <a:bodyPr/>
          <a:lstStyle/>
          <a:p>
            <a:fld id="{68151E55-6873-49E2-B8D5-2F265E6F1973}" type="slidenum">
              <a:rPr lang="en-US" smtClean="0"/>
              <a:pPr/>
              <a:t>126</a:t>
            </a:fld>
            <a:endParaRPr lang="en-US"/>
          </a:p>
        </p:txBody>
      </p:sp>
      <p:pic>
        <p:nvPicPr>
          <p:cNvPr id="9" name="Picture 8">
            <a:extLst>
              <a:ext uri="{FF2B5EF4-FFF2-40B4-BE49-F238E27FC236}">
                <a16:creationId xmlns:a16="http://schemas.microsoft.com/office/drawing/2014/main" xmlns="" id="{E1C303BC-77AF-F8B3-C4A6-4775B9A8716C}"/>
              </a:ext>
            </a:extLst>
          </p:cNvPr>
          <p:cNvPicPr>
            <a:picLocks noChangeAspect="1"/>
          </p:cNvPicPr>
          <p:nvPr/>
        </p:nvPicPr>
        <p:blipFill>
          <a:blip r:embed="rId2"/>
          <a:stretch>
            <a:fillRect/>
          </a:stretch>
        </p:blipFill>
        <p:spPr>
          <a:xfrm>
            <a:off x="399579" y="983411"/>
            <a:ext cx="8171901" cy="5465709"/>
          </a:xfrm>
          <a:prstGeom prst="rect">
            <a:avLst/>
          </a:prstGeom>
        </p:spPr>
      </p:pic>
    </p:spTree>
    <p:extLst>
      <p:ext uri="{BB962C8B-B14F-4D97-AF65-F5344CB8AC3E}">
        <p14:creationId xmlns:p14="http://schemas.microsoft.com/office/powerpoint/2010/main" xmlns="" val="70271507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CDA396F5-FA9A-5C01-11EE-8E493893E319}"/>
              </a:ext>
            </a:extLst>
          </p:cNvPr>
          <p:cNvSpPr>
            <a:spLocks noGrp="1"/>
          </p:cNvSpPr>
          <p:nvPr>
            <p:ph type="title"/>
          </p:nvPr>
        </p:nvSpPr>
        <p:spPr/>
        <p:txBody>
          <a:bodyPr/>
          <a:lstStyle/>
          <a:p>
            <a:r>
              <a:rPr lang="en-IN" dirty="0"/>
              <a:t>Packet Switching</a:t>
            </a:r>
          </a:p>
        </p:txBody>
      </p:sp>
      <p:sp>
        <p:nvSpPr>
          <p:cNvPr id="3" name="Content Placeholder 2">
            <a:extLst>
              <a:ext uri="{FF2B5EF4-FFF2-40B4-BE49-F238E27FC236}">
                <a16:creationId xmlns:a16="http://schemas.microsoft.com/office/drawing/2014/main" xmlns="" id="{4375F853-6E99-D8C1-45C0-2922774904B9}"/>
              </a:ext>
            </a:extLst>
          </p:cNvPr>
          <p:cNvSpPr>
            <a:spLocks noGrp="1"/>
          </p:cNvSpPr>
          <p:nvPr>
            <p:ph sz="quarter" idx="11"/>
          </p:nvPr>
        </p:nvSpPr>
        <p:spPr/>
        <p:txBody>
          <a:bodyPr/>
          <a:lstStyle/>
          <a:p>
            <a:pPr algn="l"/>
            <a:r>
              <a:rPr lang="en-IN" sz="2000" b="1" i="1" u="none" strike="noStrike" baseline="0" dirty="0">
                <a:latin typeface="Times-BoldItalic"/>
              </a:rPr>
              <a:t>Data-Transfer Phase</a:t>
            </a:r>
          </a:p>
          <a:p>
            <a:pPr algn="l"/>
            <a:r>
              <a:rPr lang="en-US" sz="2000" b="0" i="0" u="none" strike="noStrike" baseline="0" dirty="0">
                <a:latin typeface="Times-Roman"/>
              </a:rPr>
              <a:t>To transfer a frame from a source to its destination, all switches need to have a table entry for this virtual circuit. The table, in its simplest form, has four columns. This means that the switch holds four pieces of information for each virtual circuit that is </a:t>
            </a:r>
            <a:r>
              <a:rPr lang="en-IN" sz="2000" b="0" i="0" u="none" strike="noStrike" baseline="0" dirty="0">
                <a:latin typeface="Times-Roman"/>
              </a:rPr>
              <a:t>already set up.</a:t>
            </a:r>
            <a:endParaRPr lang="en-IN" sz="2000" dirty="0"/>
          </a:p>
        </p:txBody>
      </p:sp>
      <p:sp>
        <p:nvSpPr>
          <p:cNvPr id="10" name="Text Placeholder 9">
            <a:extLst>
              <a:ext uri="{FF2B5EF4-FFF2-40B4-BE49-F238E27FC236}">
                <a16:creationId xmlns:a16="http://schemas.microsoft.com/office/drawing/2014/main" xmlns="" id="{FD7C7983-9E9E-3BB9-59CD-5B03E744FB06}"/>
              </a:ext>
            </a:extLst>
          </p:cNvPr>
          <p:cNvSpPr>
            <a:spLocks noGrp="1"/>
          </p:cNvSpPr>
          <p:nvPr>
            <p:ph type="body" sz="quarter" idx="40"/>
          </p:nvPr>
        </p:nvSpPr>
        <p:spPr/>
        <p:txBody>
          <a:bodyPr/>
          <a:lstStyle/>
          <a:p>
            <a:endParaRPr lang="en-IN"/>
          </a:p>
        </p:txBody>
      </p:sp>
      <p:sp>
        <p:nvSpPr>
          <p:cNvPr id="7" name="Slide Number Placeholder 6">
            <a:extLst>
              <a:ext uri="{FF2B5EF4-FFF2-40B4-BE49-F238E27FC236}">
                <a16:creationId xmlns:a16="http://schemas.microsoft.com/office/drawing/2014/main" xmlns="" id="{D87658A3-8E28-551E-5196-4403F1BE9AD2}"/>
              </a:ext>
            </a:extLst>
          </p:cNvPr>
          <p:cNvSpPr>
            <a:spLocks noGrp="1"/>
          </p:cNvSpPr>
          <p:nvPr>
            <p:ph type="sldNum" sz="quarter" idx="10"/>
          </p:nvPr>
        </p:nvSpPr>
        <p:spPr/>
        <p:txBody>
          <a:bodyPr/>
          <a:lstStyle/>
          <a:p>
            <a:fld id="{68151E55-6873-49E2-B8D5-2F265E6F1973}" type="slidenum">
              <a:rPr lang="en-US" smtClean="0"/>
              <a:pPr/>
              <a:t>127</a:t>
            </a:fld>
            <a:endParaRPr lang="en-US"/>
          </a:p>
        </p:txBody>
      </p:sp>
      <p:pic>
        <p:nvPicPr>
          <p:cNvPr id="12" name="Picture 11">
            <a:extLst>
              <a:ext uri="{FF2B5EF4-FFF2-40B4-BE49-F238E27FC236}">
                <a16:creationId xmlns:a16="http://schemas.microsoft.com/office/drawing/2014/main" xmlns="" id="{B87EAA3F-5B55-1A2B-B7D1-374F46B2D1E9}"/>
              </a:ext>
            </a:extLst>
          </p:cNvPr>
          <p:cNvPicPr>
            <a:picLocks noChangeAspect="1"/>
          </p:cNvPicPr>
          <p:nvPr/>
        </p:nvPicPr>
        <p:blipFill>
          <a:blip r:embed="rId2"/>
          <a:stretch>
            <a:fillRect/>
          </a:stretch>
        </p:blipFill>
        <p:spPr>
          <a:xfrm>
            <a:off x="1514505" y="3053419"/>
            <a:ext cx="5782482" cy="3410426"/>
          </a:xfrm>
          <a:prstGeom prst="rect">
            <a:avLst/>
          </a:prstGeom>
        </p:spPr>
      </p:pic>
    </p:spTree>
    <p:extLst>
      <p:ext uri="{BB962C8B-B14F-4D97-AF65-F5344CB8AC3E}">
        <p14:creationId xmlns:p14="http://schemas.microsoft.com/office/powerpoint/2010/main" xmlns="" val="259914771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FE5DEAF6-CF9E-3AF4-F30F-1B2080163FF4}"/>
              </a:ext>
            </a:extLst>
          </p:cNvPr>
          <p:cNvSpPr>
            <a:spLocks noGrp="1"/>
          </p:cNvSpPr>
          <p:nvPr>
            <p:ph type="title"/>
          </p:nvPr>
        </p:nvSpPr>
        <p:spPr/>
        <p:txBody>
          <a:bodyPr/>
          <a:lstStyle/>
          <a:p>
            <a:r>
              <a:rPr lang="en-IN" dirty="0"/>
              <a:t>Packet Switching</a:t>
            </a:r>
          </a:p>
        </p:txBody>
      </p:sp>
      <p:sp>
        <p:nvSpPr>
          <p:cNvPr id="9" name="Content Placeholder 8">
            <a:extLst>
              <a:ext uri="{FF2B5EF4-FFF2-40B4-BE49-F238E27FC236}">
                <a16:creationId xmlns:a16="http://schemas.microsoft.com/office/drawing/2014/main" xmlns="" id="{B2917DA4-8B23-1537-7AD1-AEA8FD4DEFF9}"/>
              </a:ext>
            </a:extLst>
          </p:cNvPr>
          <p:cNvSpPr>
            <a:spLocks noGrp="1"/>
          </p:cNvSpPr>
          <p:nvPr>
            <p:ph sz="quarter" idx="11"/>
          </p:nvPr>
        </p:nvSpPr>
        <p:spPr/>
        <p:txBody>
          <a:bodyPr/>
          <a:lstStyle/>
          <a:p>
            <a:pPr algn="l"/>
            <a:r>
              <a:rPr lang="en-IN" sz="1800" b="1" i="1" u="none" strike="noStrike" baseline="0" dirty="0">
                <a:latin typeface="Times-BoldItalic"/>
              </a:rPr>
              <a:t>Setup Phase</a:t>
            </a:r>
          </a:p>
          <a:p>
            <a:pPr algn="l"/>
            <a:r>
              <a:rPr lang="en-US" sz="1800" b="0" i="0" u="none" strike="noStrike" baseline="0" dirty="0">
                <a:latin typeface="Times-Roman"/>
              </a:rPr>
              <a:t>In the setup phase, a switch creates an entry for a virtual circuit. For example, suppose</a:t>
            </a:r>
          </a:p>
          <a:p>
            <a:pPr algn="l"/>
            <a:r>
              <a:rPr lang="en-US" sz="1800" b="0" i="0" u="none" strike="noStrike" baseline="0" dirty="0">
                <a:latin typeface="Times-Roman"/>
              </a:rPr>
              <a:t>source A needs to create a virtual circuit to B. Two steps are required: the setup request</a:t>
            </a:r>
          </a:p>
          <a:p>
            <a:pPr algn="l"/>
            <a:r>
              <a:rPr lang="en-IN" sz="1800" b="0" i="0" u="none" strike="noStrike" baseline="0" dirty="0">
                <a:latin typeface="Times-Roman"/>
              </a:rPr>
              <a:t>and the acknowledgment.</a:t>
            </a:r>
            <a:endParaRPr lang="en-IN" dirty="0"/>
          </a:p>
        </p:txBody>
      </p:sp>
      <p:sp>
        <p:nvSpPr>
          <p:cNvPr id="10" name="Text Placeholder 9">
            <a:extLst>
              <a:ext uri="{FF2B5EF4-FFF2-40B4-BE49-F238E27FC236}">
                <a16:creationId xmlns:a16="http://schemas.microsoft.com/office/drawing/2014/main" xmlns="" id="{A2869178-9B0A-CE09-349C-BDE5E5C2AB8A}"/>
              </a:ext>
            </a:extLst>
          </p:cNvPr>
          <p:cNvSpPr>
            <a:spLocks noGrp="1"/>
          </p:cNvSpPr>
          <p:nvPr>
            <p:ph type="body" sz="quarter" idx="39"/>
          </p:nvPr>
        </p:nvSpPr>
        <p:spPr/>
        <p:txBody>
          <a:bodyPr/>
          <a:lstStyle/>
          <a:p>
            <a:endParaRPr lang="en-IN"/>
          </a:p>
        </p:txBody>
      </p:sp>
      <p:sp>
        <p:nvSpPr>
          <p:cNvPr id="7" name="Slide Number Placeholder 6">
            <a:extLst>
              <a:ext uri="{FF2B5EF4-FFF2-40B4-BE49-F238E27FC236}">
                <a16:creationId xmlns:a16="http://schemas.microsoft.com/office/drawing/2014/main" xmlns="" id="{38B8EBB0-4A1D-C7F6-33AF-BFBA5804E6E0}"/>
              </a:ext>
            </a:extLst>
          </p:cNvPr>
          <p:cNvSpPr>
            <a:spLocks noGrp="1"/>
          </p:cNvSpPr>
          <p:nvPr>
            <p:ph type="sldNum" sz="quarter" idx="10"/>
          </p:nvPr>
        </p:nvSpPr>
        <p:spPr/>
        <p:txBody>
          <a:bodyPr/>
          <a:lstStyle/>
          <a:p>
            <a:fld id="{68151E55-6873-49E2-B8D5-2F265E6F1973}" type="slidenum">
              <a:rPr lang="en-US" smtClean="0"/>
              <a:pPr/>
              <a:t>128</a:t>
            </a:fld>
            <a:endParaRPr lang="en-US"/>
          </a:p>
        </p:txBody>
      </p:sp>
      <p:pic>
        <p:nvPicPr>
          <p:cNvPr id="13" name="Picture 12">
            <a:extLst>
              <a:ext uri="{FF2B5EF4-FFF2-40B4-BE49-F238E27FC236}">
                <a16:creationId xmlns:a16="http://schemas.microsoft.com/office/drawing/2014/main" xmlns="" id="{CC16A686-2459-16C9-C267-F20C2044CE0F}"/>
              </a:ext>
            </a:extLst>
          </p:cNvPr>
          <p:cNvPicPr>
            <a:picLocks noChangeAspect="1"/>
          </p:cNvPicPr>
          <p:nvPr/>
        </p:nvPicPr>
        <p:blipFill>
          <a:blip r:embed="rId2"/>
          <a:stretch>
            <a:fillRect/>
          </a:stretch>
        </p:blipFill>
        <p:spPr>
          <a:xfrm>
            <a:off x="680948" y="2871517"/>
            <a:ext cx="6491748" cy="3397347"/>
          </a:xfrm>
          <a:prstGeom prst="rect">
            <a:avLst/>
          </a:prstGeom>
        </p:spPr>
      </p:pic>
    </p:spTree>
    <p:extLst>
      <p:ext uri="{BB962C8B-B14F-4D97-AF65-F5344CB8AC3E}">
        <p14:creationId xmlns:p14="http://schemas.microsoft.com/office/powerpoint/2010/main" xmlns="" val="368445843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F4991872-90FB-0063-BAFB-FC49228C8F78}"/>
              </a:ext>
            </a:extLst>
          </p:cNvPr>
          <p:cNvSpPr>
            <a:spLocks noGrp="1"/>
          </p:cNvSpPr>
          <p:nvPr>
            <p:ph type="title"/>
          </p:nvPr>
        </p:nvSpPr>
        <p:spPr/>
        <p:txBody>
          <a:bodyPr/>
          <a:lstStyle/>
          <a:p>
            <a:r>
              <a:rPr lang="en-IN" dirty="0"/>
              <a:t>Packet Switching</a:t>
            </a:r>
          </a:p>
        </p:txBody>
      </p:sp>
      <p:sp>
        <p:nvSpPr>
          <p:cNvPr id="9" name="Content Placeholder 8">
            <a:extLst>
              <a:ext uri="{FF2B5EF4-FFF2-40B4-BE49-F238E27FC236}">
                <a16:creationId xmlns:a16="http://schemas.microsoft.com/office/drawing/2014/main" xmlns="" id="{7A45F2C0-A06A-1953-4988-B33131E8A57D}"/>
              </a:ext>
            </a:extLst>
          </p:cNvPr>
          <p:cNvSpPr>
            <a:spLocks noGrp="1"/>
          </p:cNvSpPr>
          <p:nvPr>
            <p:ph sz="quarter" idx="11"/>
          </p:nvPr>
        </p:nvSpPr>
        <p:spPr/>
        <p:txBody>
          <a:bodyPr/>
          <a:lstStyle/>
          <a:p>
            <a:pPr algn="l"/>
            <a:r>
              <a:rPr lang="en-US" sz="1800" b="1" i="0" u="none" strike="noStrike" baseline="0" dirty="0">
                <a:latin typeface="Times-Bold"/>
              </a:rPr>
              <a:t>a. </a:t>
            </a:r>
            <a:r>
              <a:rPr lang="en-US" sz="1800" b="0" i="0" u="none" strike="noStrike" baseline="0" dirty="0">
                <a:solidFill>
                  <a:srgbClr val="000000"/>
                </a:solidFill>
                <a:latin typeface="Times-Roman"/>
              </a:rPr>
              <a:t>Source A sends a setup frame to switch 1.</a:t>
            </a:r>
          </a:p>
          <a:p>
            <a:pPr algn="l"/>
            <a:r>
              <a:rPr lang="en-US" sz="1800" b="1" i="0" u="none" strike="noStrike" baseline="0" dirty="0">
                <a:latin typeface="Times-Bold"/>
              </a:rPr>
              <a:t>b. </a:t>
            </a:r>
            <a:r>
              <a:rPr lang="en-US" sz="1800" b="0" i="0" u="none" strike="noStrike" baseline="0" dirty="0">
                <a:solidFill>
                  <a:srgbClr val="000000"/>
                </a:solidFill>
                <a:latin typeface="Times-Roman"/>
              </a:rPr>
              <a:t>Switch 1 receives the setup request frame. It knows that a frame going from A to B</a:t>
            </a:r>
          </a:p>
          <a:p>
            <a:pPr algn="l"/>
            <a:r>
              <a:rPr lang="en-US" sz="1800" b="0" i="0" u="none" strike="noStrike" baseline="0" dirty="0">
                <a:solidFill>
                  <a:srgbClr val="000000"/>
                </a:solidFill>
                <a:latin typeface="Times-Roman"/>
              </a:rPr>
              <a:t>goes out through port 3. How the switch has obtained this information is a point covered in future chapters. The switch, in the setup phase, acts as a packet switch; it has a routing table which is different from the switching table. For the moment, assume that it knows the output port. The switch creates an entry in its table for this virtual circuit, but it is only able to fill three of the four columns. The switch assigns the incoming port (1) and chooses an available incoming VCI (14) and the outgoing port (3). It does not yet know the outgoing VCI, which will be found during the acknowledgment step. The switch then forwards the frame through port 3 </a:t>
            </a:r>
            <a:r>
              <a:rPr lang="en-IN" sz="1800" b="0" i="0" u="none" strike="noStrike" baseline="0" dirty="0">
                <a:solidFill>
                  <a:srgbClr val="000000"/>
                </a:solidFill>
                <a:latin typeface="Times-Roman"/>
              </a:rPr>
              <a:t>to switch 2.</a:t>
            </a:r>
          </a:p>
          <a:p>
            <a:pPr algn="l"/>
            <a:r>
              <a:rPr lang="en-US" sz="1800" b="1" i="0" u="none" strike="noStrike" baseline="0" dirty="0">
                <a:latin typeface="+mn-lt"/>
              </a:rPr>
              <a:t>c. </a:t>
            </a:r>
            <a:r>
              <a:rPr lang="en-US" sz="1800" b="0" i="0" u="none" strike="noStrike" baseline="0" dirty="0">
                <a:solidFill>
                  <a:srgbClr val="000000"/>
                </a:solidFill>
                <a:latin typeface="+mn-lt"/>
              </a:rPr>
              <a:t>Switch 2 receives the setup request frame. The same events happen here as at switch 1; three columns of the table are completed: in this case, incoming port (1), incoming VCI (66), and outgoing port (2).</a:t>
            </a:r>
          </a:p>
          <a:p>
            <a:pPr algn="l"/>
            <a:r>
              <a:rPr lang="en-US" sz="1800" b="1" i="0" u="none" strike="noStrike" baseline="0" dirty="0">
                <a:latin typeface="+mn-lt"/>
              </a:rPr>
              <a:t>d. </a:t>
            </a:r>
            <a:r>
              <a:rPr lang="en-US" sz="1800" b="0" i="0" u="none" strike="noStrike" baseline="0" dirty="0">
                <a:solidFill>
                  <a:srgbClr val="000000"/>
                </a:solidFill>
                <a:latin typeface="+mn-lt"/>
              </a:rPr>
              <a:t>Switch 3 receives the setup request frame. Again, three columns are completed: incoming port (2), incoming VCI (22), and outgoing port (3).</a:t>
            </a:r>
          </a:p>
          <a:p>
            <a:pPr algn="l"/>
            <a:endParaRPr lang="en-IN" sz="1800" b="0" i="0" u="none" strike="noStrike" baseline="0" dirty="0">
              <a:solidFill>
                <a:srgbClr val="000000"/>
              </a:solidFill>
              <a:latin typeface="Times-Roman"/>
            </a:endParaRPr>
          </a:p>
        </p:txBody>
      </p:sp>
      <p:sp>
        <p:nvSpPr>
          <p:cNvPr id="10" name="Text Placeholder 9">
            <a:extLst>
              <a:ext uri="{FF2B5EF4-FFF2-40B4-BE49-F238E27FC236}">
                <a16:creationId xmlns:a16="http://schemas.microsoft.com/office/drawing/2014/main" xmlns="" id="{DF1D4466-B419-96A2-1519-67CFD95C4B08}"/>
              </a:ext>
            </a:extLst>
          </p:cNvPr>
          <p:cNvSpPr>
            <a:spLocks noGrp="1"/>
          </p:cNvSpPr>
          <p:nvPr>
            <p:ph type="body" sz="quarter" idx="39"/>
          </p:nvPr>
        </p:nvSpPr>
        <p:spPr/>
        <p:txBody>
          <a:bodyPr/>
          <a:lstStyle/>
          <a:p>
            <a:endParaRPr lang="en-IN"/>
          </a:p>
        </p:txBody>
      </p:sp>
      <p:sp>
        <p:nvSpPr>
          <p:cNvPr id="11" name="Text Placeholder 10">
            <a:extLst>
              <a:ext uri="{FF2B5EF4-FFF2-40B4-BE49-F238E27FC236}">
                <a16:creationId xmlns:a16="http://schemas.microsoft.com/office/drawing/2014/main" xmlns="" id="{F76D8669-469C-292A-A71E-E4D541597387}"/>
              </a:ext>
            </a:extLst>
          </p:cNvPr>
          <p:cNvSpPr>
            <a:spLocks noGrp="1"/>
          </p:cNvSpPr>
          <p:nvPr>
            <p:ph type="body" sz="quarter" idx="40"/>
          </p:nvPr>
        </p:nvSpPr>
        <p:spPr/>
        <p:txBody>
          <a:bodyPr/>
          <a:lstStyle/>
          <a:p>
            <a:endParaRPr lang="en-IN"/>
          </a:p>
        </p:txBody>
      </p:sp>
      <p:sp>
        <p:nvSpPr>
          <p:cNvPr id="7" name="Slide Number Placeholder 6">
            <a:extLst>
              <a:ext uri="{FF2B5EF4-FFF2-40B4-BE49-F238E27FC236}">
                <a16:creationId xmlns:a16="http://schemas.microsoft.com/office/drawing/2014/main" xmlns="" id="{D0A7158B-5DCD-0C1F-D1A4-5C913822432D}"/>
              </a:ext>
            </a:extLst>
          </p:cNvPr>
          <p:cNvSpPr>
            <a:spLocks noGrp="1"/>
          </p:cNvSpPr>
          <p:nvPr>
            <p:ph type="sldNum" sz="quarter" idx="10"/>
          </p:nvPr>
        </p:nvSpPr>
        <p:spPr/>
        <p:txBody>
          <a:bodyPr/>
          <a:lstStyle/>
          <a:p>
            <a:fld id="{68151E55-6873-49E2-B8D5-2F265E6F1973}" type="slidenum">
              <a:rPr lang="en-US" smtClean="0"/>
              <a:pPr/>
              <a:t>129</a:t>
            </a:fld>
            <a:endParaRPr lang="en-US"/>
          </a:p>
        </p:txBody>
      </p:sp>
    </p:spTree>
    <p:extLst>
      <p:ext uri="{BB962C8B-B14F-4D97-AF65-F5344CB8AC3E}">
        <p14:creationId xmlns:p14="http://schemas.microsoft.com/office/powerpoint/2010/main" xmlns="" val="214692437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AA0CABEB-8DE9-C76F-C42F-0C3D55C39C97}"/>
              </a:ext>
            </a:extLst>
          </p:cNvPr>
          <p:cNvSpPr>
            <a:spLocks noGrp="1"/>
          </p:cNvSpPr>
          <p:nvPr>
            <p:ph type="title"/>
          </p:nvPr>
        </p:nvSpPr>
        <p:spPr/>
        <p:txBody>
          <a:bodyPr/>
          <a:lstStyle/>
          <a:p>
            <a:r>
              <a:rPr lang="en-IN" dirty="0"/>
              <a:t>Packet Switching</a:t>
            </a:r>
          </a:p>
        </p:txBody>
      </p:sp>
      <p:sp>
        <p:nvSpPr>
          <p:cNvPr id="9" name="Content Placeholder 8">
            <a:extLst>
              <a:ext uri="{FF2B5EF4-FFF2-40B4-BE49-F238E27FC236}">
                <a16:creationId xmlns:a16="http://schemas.microsoft.com/office/drawing/2014/main" xmlns="" id="{3C55433E-87EC-5F89-5B22-2526CDAD0435}"/>
              </a:ext>
            </a:extLst>
          </p:cNvPr>
          <p:cNvSpPr>
            <a:spLocks noGrp="1"/>
          </p:cNvSpPr>
          <p:nvPr>
            <p:ph sz="quarter" idx="11"/>
          </p:nvPr>
        </p:nvSpPr>
        <p:spPr/>
        <p:txBody>
          <a:bodyPr/>
          <a:lstStyle/>
          <a:p>
            <a:pPr algn="l"/>
            <a:r>
              <a:rPr lang="en-US" sz="2000" b="1" i="0" u="none" strike="noStrike" baseline="0" dirty="0">
                <a:latin typeface="+mn-lt"/>
              </a:rPr>
              <a:t>e. </a:t>
            </a:r>
            <a:r>
              <a:rPr lang="en-US" sz="2000" b="0" i="0" u="none" strike="noStrike" baseline="0" dirty="0">
                <a:solidFill>
                  <a:srgbClr val="000000"/>
                </a:solidFill>
                <a:latin typeface="+mn-lt"/>
              </a:rPr>
              <a:t>Destination B receives the setup frame, and if it is ready to receive frames from A, it assigns a VCI to the incoming frames that come from A, in this case 77. This VCI lets the destination know that the frames come from A, and not other sources.</a:t>
            </a:r>
            <a:endParaRPr lang="en-IN" sz="2000" dirty="0">
              <a:latin typeface="+mn-lt"/>
            </a:endParaRPr>
          </a:p>
          <a:p>
            <a:endParaRPr lang="en-IN" sz="2000" dirty="0">
              <a:latin typeface="+mn-lt"/>
            </a:endParaRPr>
          </a:p>
        </p:txBody>
      </p:sp>
      <p:sp>
        <p:nvSpPr>
          <p:cNvPr id="10" name="Text Placeholder 9">
            <a:extLst>
              <a:ext uri="{FF2B5EF4-FFF2-40B4-BE49-F238E27FC236}">
                <a16:creationId xmlns:a16="http://schemas.microsoft.com/office/drawing/2014/main" xmlns="" id="{9A20508F-8E05-44A5-2BA8-9E68AC2E27FC}"/>
              </a:ext>
            </a:extLst>
          </p:cNvPr>
          <p:cNvSpPr>
            <a:spLocks noGrp="1"/>
          </p:cNvSpPr>
          <p:nvPr>
            <p:ph type="body" sz="quarter" idx="39"/>
          </p:nvPr>
        </p:nvSpPr>
        <p:spPr/>
        <p:txBody>
          <a:bodyPr/>
          <a:lstStyle/>
          <a:p>
            <a:endParaRPr lang="en-IN"/>
          </a:p>
        </p:txBody>
      </p:sp>
      <p:sp>
        <p:nvSpPr>
          <p:cNvPr id="11" name="Text Placeholder 10">
            <a:extLst>
              <a:ext uri="{FF2B5EF4-FFF2-40B4-BE49-F238E27FC236}">
                <a16:creationId xmlns:a16="http://schemas.microsoft.com/office/drawing/2014/main" xmlns="" id="{A0FD177B-E311-6651-9E7A-14387E80649C}"/>
              </a:ext>
            </a:extLst>
          </p:cNvPr>
          <p:cNvSpPr>
            <a:spLocks noGrp="1"/>
          </p:cNvSpPr>
          <p:nvPr>
            <p:ph type="body" sz="quarter" idx="40"/>
          </p:nvPr>
        </p:nvSpPr>
        <p:spPr/>
        <p:txBody>
          <a:bodyPr/>
          <a:lstStyle/>
          <a:p>
            <a:endParaRPr lang="en-IN"/>
          </a:p>
        </p:txBody>
      </p:sp>
      <p:sp>
        <p:nvSpPr>
          <p:cNvPr id="7" name="Slide Number Placeholder 6">
            <a:extLst>
              <a:ext uri="{FF2B5EF4-FFF2-40B4-BE49-F238E27FC236}">
                <a16:creationId xmlns:a16="http://schemas.microsoft.com/office/drawing/2014/main" xmlns="" id="{A8E73A7E-57D1-6211-70C7-93124646C0F4}"/>
              </a:ext>
            </a:extLst>
          </p:cNvPr>
          <p:cNvSpPr>
            <a:spLocks noGrp="1"/>
          </p:cNvSpPr>
          <p:nvPr>
            <p:ph type="sldNum" sz="quarter" idx="10"/>
          </p:nvPr>
        </p:nvSpPr>
        <p:spPr/>
        <p:txBody>
          <a:bodyPr/>
          <a:lstStyle/>
          <a:p>
            <a:fld id="{68151E55-6873-49E2-B8D5-2F265E6F1973}" type="slidenum">
              <a:rPr lang="en-US" smtClean="0"/>
              <a:pPr/>
              <a:t>130</a:t>
            </a:fld>
            <a:endParaRPr lang="en-US"/>
          </a:p>
        </p:txBody>
      </p:sp>
    </p:spTree>
    <p:extLst>
      <p:ext uri="{BB962C8B-B14F-4D97-AF65-F5344CB8AC3E}">
        <p14:creationId xmlns:p14="http://schemas.microsoft.com/office/powerpoint/2010/main" xmlns="" val="160553928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B66663BB-2B38-27F3-0F3E-6AB6FAB45A08}"/>
              </a:ext>
            </a:extLst>
          </p:cNvPr>
          <p:cNvSpPr>
            <a:spLocks noGrp="1"/>
          </p:cNvSpPr>
          <p:nvPr>
            <p:ph type="title"/>
          </p:nvPr>
        </p:nvSpPr>
        <p:spPr/>
        <p:txBody>
          <a:bodyPr/>
          <a:lstStyle/>
          <a:p>
            <a:r>
              <a:rPr lang="en-IN" dirty="0"/>
              <a:t>Packet Switching</a:t>
            </a:r>
          </a:p>
        </p:txBody>
      </p:sp>
      <p:sp>
        <p:nvSpPr>
          <p:cNvPr id="9" name="Content Placeholder 8">
            <a:extLst>
              <a:ext uri="{FF2B5EF4-FFF2-40B4-BE49-F238E27FC236}">
                <a16:creationId xmlns:a16="http://schemas.microsoft.com/office/drawing/2014/main" xmlns="" id="{E99507C4-335C-48DA-432A-FEC1E3D14646}"/>
              </a:ext>
            </a:extLst>
          </p:cNvPr>
          <p:cNvSpPr>
            <a:spLocks noGrp="1"/>
          </p:cNvSpPr>
          <p:nvPr>
            <p:ph sz="quarter" idx="11"/>
          </p:nvPr>
        </p:nvSpPr>
        <p:spPr/>
        <p:txBody>
          <a:bodyPr/>
          <a:lstStyle/>
          <a:p>
            <a:pPr algn="l"/>
            <a:r>
              <a:rPr lang="en-IN" sz="1800" b="1" i="1" u="none" strike="noStrike" baseline="0" dirty="0">
                <a:solidFill>
                  <a:srgbClr val="000000"/>
                </a:solidFill>
                <a:latin typeface="Times-BoldItalic"/>
              </a:rPr>
              <a:t>Acknowledgment</a:t>
            </a:r>
          </a:p>
          <a:p>
            <a:pPr algn="l"/>
            <a:r>
              <a:rPr lang="en-US" sz="1800" b="0" i="0" u="none" strike="noStrike" baseline="0" dirty="0">
                <a:solidFill>
                  <a:srgbClr val="000000"/>
                </a:solidFill>
                <a:latin typeface="Times-Roman"/>
              </a:rPr>
              <a:t>A special frame, called the </a:t>
            </a:r>
            <a:r>
              <a:rPr lang="en-US" sz="1800" b="0" i="1" u="none" strike="noStrike" baseline="0" dirty="0">
                <a:solidFill>
                  <a:srgbClr val="000000"/>
                </a:solidFill>
                <a:latin typeface="Times-Italic"/>
              </a:rPr>
              <a:t>acknowledgment frame, </a:t>
            </a:r>
            <a:r>
              <a:rPr lang="en-US" sz="1800" b="0" i="0" u="none" strike="noStrike" baseline="0" dirty="0">
                <a:solidFill>
                  <a:srgbClr val="000000"/>
                </a:solidFill>
                <a:latin typeface="Times-Roman"/>
              </a:rPr>
              <a:t>completes the entries in the switching</a:t>
            </a:r>
          </a:p>
          <a:p>
            <a:pPr algn="l"/>
            <a:r>
              <a:rPr lang="en-US" sz="1800" b="0" i="0" u="none" strike="noStrike" baseline="0" dirty="0">
                <a:solidFill>
                  <a:srgbClr val="000000"/>
                </a:solidFill>
                <a:latin typeface="Times-Roman"/>
              </a:rPr>
              <a:t>tables. Figure 8.15 shows the process.</a:t>
            </a:r>
          </a:p>
          <a:p>
            <a:pPr algn="l"/>
            <a:endParaRPr lang="en-US" sz="1800" b="0" i="0" u="none" strike="noStrike" baseline="0" dirty="0">
              <a:solidFill>
                <a:srgbClr val="000000"/>
              </a:solidFill>
              <a:latin typeface="Times-Roman"/>
            </a:endParaRPr>
          </a:p>
          <a:p>
            <a:pPr algn="l"/>
            <a:r>
              <a:rPr lang="en-US" sz="1800" b="1" i="0" u="none" strike="noStrike" baseline="0" dirty="0">
                <a:solidFill>
                  <a:srgbClr val="00FFFF"/>
                </a:solidFill>
                <a:latin typeface="Times-Bold"/>
              </a:rPr>
              <a:t>a. </a:t>
            </a:r>
            <a:r>
              <a:rPr lang="en-US" sz="1800" b="0" i="0" u="none" strike="noStrike" baseline="0" dirty="0">
                <a:solidFill>
                  <a:srgbClr val="000000"/>
                </a:solidFill>
                <a:latin typeface="Times-Roman"/>
              </a:rPr>
              <a:t>The destination sends an acknowledgment to switch 3. The acknowledgment carries</a:t>
            </a:r>
          </a:p>
          <a:p>
            <a:pPr algn="l"/>
            <a:r>
              <a:rPr lang="en-US" sz="1800" b="0" i="0" u="none" strike="noStrike" baseline="0" dirty="0">
                <a:solidFill>
                  <a:srgbClr val="000000"/>
                </a:solidFill>
                <a:latin typeface="Times-Roman"/>
              </a:rPr>
              <a:t>the global source and destination addresses so the switch knows which entry in the</a:t>
            </a:r>
          </a:p>
          <a:p>
            <a:pPr algn="l"/>
            <a:r>
              <a:rPr lang="en-US" sz="1800" b="0" i="0" u="none" strike="noStrike" baseline="0" dirty="0">
                <a:solidFill>
                  <a:srgbClr val="000000"/>
                </a:solidFill>
                <a:latin typeface="Times-Roman"/>
              </a:rPr>
              <a:t>table is to be completed. The frame also carries VCI 77, chosen by the destination as</a:t>
            </a:r>
          </a:p>
          <a:p>
            <a:pPr algn="l"/>
            <a:r>
              <a:rPr lang="en-US" sz="1800" b="0" i="0" u="none" strike="noStrike" baseline="0" dirty="0">
                <a:solidFill>
                  <a:srgbClr val="000000"/>
                </a:solidFill>
                <a:latin typeface="Times-Roman"/>
              </a:rPr>
              <a:t>the incoming VCI for frames from A. Switch 3 uses this VCI to complete the outgoing</a:t>
            </a:r>
          </a:p>
          <a:p>
            <a:pPr algn="l"/>
            <a:r>
              <a:rPr lang="en-US" sz="1800" b="0" i="0" u="none" strike="noStrike" baseline="0" dirty="0">
                <a:solidFill>
                  <a:srgbClr val="000000"/>
                </a:solidFill>
                <a:latin typeface="Times-Roman"/>
              </a:rPr>
              <a:t>VCI column for this entry. Note that 77 is the incoming VCI for destination B,</a:t>
            </a:r>
          </a:p>
          <a:p>
            <a:pPr algn="l"/>
            <a:r>
              <a:rPr lang="en-US" sz="1800" b="0" i="0" u="none" strike="noStrike" baseline="0" dirty="0">
                <a:solidFill>
                  <a:srgbClr val="000000"/>
                </a:solidFill>
                <a:latin typeface="Times-Roman"/>
              </a:rPr>
              <a:t>but the outgoing VCI for switch 3.</a:t>
            </a:r>
          </a:p>
          <a:p>
            <a:pPr algn="l"/>
            <a:r>
              <a:rPr lang="en-US" sz="1800" b="1" i="0" u="none" strike="noStrike" baseline="0" dirty="0">
                <a:solidFill>
                  <a:srgbClr val="00FFFF"/>
                </a:solidFill>
                <a:latin typeface="Times-Bold"/>
              </a:rPr>
              <a:t>b. </a:t>
            </a:r>
            <a:r>
              <a:rPr lang="en-US" sz="1800" b="0" i="0" u="none" strike="noStrike" baseline="0" dirty="0">
                <a:solidFill>
                  <a:srgbClr val="000000"/>
                </a:solidFill>
                <a:latin typeface="Times-Roman"/>
              </a:rPr>
              <a:t>Switch 3 sends an acknowledgment to switch 2 that contains its incoming VCI in the</a:t>
            </a:r>
          </a:p>
          <a:p>
            <a:pPr algn="l"/>
            <a:r>
              <a:rPr lang="en-US" sz="1800" b="0" i="0" u="none" strike="noStrike" baseline="0" dirty="0">
                <a:solidFill>
                  <a:srgbClr val="000000"/>
                </a:solidFill>
                <a:latin typeface="Times-Roman"/>
              </a:rPr>
              <a:t>table, chosen in the previous step. Switch 2 uses this as the outgoing VCI in the table.</a:t>
            </a:r>
          </a:p>
          <a:p>
            <a:pPr algn="l"/>
            <a:endParaRPr lang="en-IN" dirty="0"/>
          </a:p>
        </p:txBody>
      </p:sp>
      <p:sp>
        <p:nvSpPr>
          <p:cNvPr id="10" name="Text Placeholder 9">
            <a:extLst>
              <a:ext uri="{FF2B5EF4-FFF2-40B4-BE49-F238E27FC236}">
                <a16:creationId xmlns:a16="http://schemas.microsoft.com/office/drawing/2014/main" xmlns="" id="{6DC4ABE5-32BE-83A0-079E-0ECF7094568F}"/>
              </a:ext>
            </a:extLst>
          </p:cNvPr>
          <p:cNvSpPr>
            <a:spLocks noGrp="1"/>
          </p:cNvSpPr>
          <p:nvPr>
            <p:ph type="body" sz="quarter" idx="39"/>
          </p:nvPr>
        </p:nvSpPr>
        <p:spPr/>
        <p:txBody>
          <a:bodyPr/>
          <a:lstStyle/>
          <a:p>
            <a:endParaRPr lang="en-IN"/>
          </a:p>
        </p:txBody>
      </p:sp>
      <p:sp>
        <p:nvSpPr>
          <p:cNvPr id="11" name="Text Placeholder 10">
            <a:extLst>
              <a:ext uri="{FF2B5EF4-FFF2-40B4-BE49-F238E27FC236}">
                <a16:creationId xmlns:a16="http://schemas.microsoft.com/office/drawing/2014/main" xmlns="" id="{72F354B4-B56B-0F77-D033-78EDA6444923}"/>
              </a:ext>
            </a:extLst>
          </p:cNvPr>
          <p:cNvSpPr>
            <a:spLocks noGrp="1"/>
          </p:cNvSpPr>
          <p:nvPr>
            <p:ph type="body" sz="quarter" idx="40"/>
          </p:nvPr>
        </p:nvSpPr>
        <p:spPr/>
        <p:txBody>
          <a:bodyPr/>
          <a:lstStyle/>
          <a:p>
            <a:endParaRPr lang="en-IN"/>
          </a:p>
        </p:txBody>
      </p:sp>
      <p:sp>
        <p:nvSpPr>
          <p:cNvPr id="7" name="Slide Number Placeholder 6">
            <a:extLst>
              <a:ext uri="{FF2B5EF4-FFF2-40B4-BE49-F238E27FC236}">
                <a16:creationId xmlns:a16="http://schemas.microsoft.com/office/drawing/2014/main" xmlns="" id="{007FBEC7-0E7B-D7D6-2D9A-A3A0C1736A17}"/>
              </a:ext>
            </a:extLst>
          </p:cNvPr>
          <p:cNvSpPr>
            <a:spLocks noGrp="1"/>
          </p:cNvSpPr>
          <p:nvPr>
            <p:ph type="sldNum" sz="quarter" idx="10"/>
          </p:nvPr>
        </p:nvSpPr>
        <p:spPr/>
        <p:txBody>
          <a:bodyPr/>
          <a:lstStyle/>
          <a:p>
            <a:fld id="{68151E55-6873-49E2-B8D5-2F265E6F1973}" type="slidenum">
              <a:rPr lang="en-US" smtClean="0"/>
              <a:pPr/>
              <a:t>131</a:t>
            </a:fld>
            <a:endParaRPr lang="en-US"/>
          </a:p>
        </p:txBody>
      </p:sp>
    </p:spTree>
    <p:extLst>
      <p:ext uri="{BB962C8B-B14F-4D97-AF65-F5344CB8AC3E}">
        <p14:creationId xmlns:p14="http://schemas.microsoft.com/office/powerpoint/2010/main" xmlns="" val="132564145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F4C9F0C0-F713-4761-884D-E03BD38F9551}"/>
              </a:ext>
            </a:extLst>
          </p:cNvPr>
          <p:cNvSpPr>
            <a:spLocks noGrp="1"/>
          </p:cNvSpPr>
          <p:nvPr>
            <p:ph type="title"/>
          </p:nvPr>
        </p:nvSpPr>
        <p:spPr/>
        <p:txBody>
          <a:bodyPr/>
          <a:lstStyle/>
          <a:p>
            <a:r>
              <a:rPr lang="en-IN" dirty="0"/>
              <a:t>Packet Switching</a:t>
            </a:r>
          </a:p>
        </p:txBody>
      </p:sp>
      <p:sp>
        <p:nvSpPr>
          <p:cNvPr id="9" name="Content Placeholder 8">
            <a:extLst>
              <a:ext uri="{FF2B5EF4-FFF2-40B4-BE49-F238E27FC236}">
                <a16:creationId xmlns:a16="http://schemas.microsoft.com/office/drawing/2014/main" xmlns="" id="{D66D505A-FF13-6113-334A-AB10EF27D333}"/>
              </a:ext>
            </a:extLst>
          </p:cNvPr>
          <p:cNvSpPr>
            <a:spLocks noGrp="1"/>
          </p:cNvSpPr>
          <p:nvPr>
            <p:ph sz="quarter" idx="11"/>
          </p:nvPr>
        </p:nvSpPr>
        <p:spPr/>
        <p:txBody>
          <a:bodyPr/>
          <a:lstStyle/>
          <a:p>
            <a:pPr algn="l"/>
            <a:r>
              <a:rPr lang="en-US" sz="2000" b="1" i="0" u="none" strike="noStrike" baseline="0" dirty="0">
                <a:solidFill>
                  <a:srgbClr val="00FFFF"/>
                </a:solidFill>
                <a:latin typeface="Times-Bold"/>
              </a:rPr>
              <a:t>c. </a:t>
            </a:r>
            <a:r>
              <a:rPr lang="en-US" sz="2000" b="0" i="0" u="none" strike="noStrike" baseline="0" dirty="0">
                <a:solidFill>
                  <a:srgbClr val="000000"/>
                </a:solidFill>
                <a:latin typeface="Times-Roman"/>
              </a:rPr>
              <a:t>Switch 2 sends an acknowledgment to switch 1 that contains its incoming VCI in the table, chosen in the previous step. Switch 1 uses this as the outgoing VCI in the table.</a:t>
            </a:r>
          </a:p>
          <a:p>
            <a:pPr algn="l"/>
            <a:r>
              <a:rPr lang="en-US" sz="2000" b="1" i="0" u="none" strike="noStrike" baseline="0" dirty="0">
                <a:solidFill>
                  <a:srgbClr val="00FFFF"/>
                </a:solidFill>
                <a:latin typeface="Times-Bold"/>
              </a:rPr>
              <a:t>d. </a:t>
            </a:r>
            <a:r>
              <a:rPr lang="en-US" sz="2000" b="0" i="0" u="none" strike="noStrike" baseline="0" dirty="0">
                <a:solidFill>
                  <a:srgbClr val="000000"/>
                </a:solidFill>
                <a:latin typeface="Times-Roman"/>
              </a:rPr>
              <a:t>Finally switch 1 sends an acknowledgment to source A that contains its incoming VCI in the table, chosen in the previous step.</a:t>
            </a:r>
          </a:p>
          <a:p>
            <a:pPr algn="l"/>
            <a:r>
              <a:rPr lang="en-US" sz="2000" b="1" i="0" u="none" strike="noStrike" baseline="0" dirty="0">
                <a:solidFill>
                  <a:srgbClr val="00FFFF"/>
                </a:solidFill>
                <a:latin typeface="Times-Bold"/>
              </a:rPr>
              <a:t>e. </a:t>
            </a:r>
            <a:r>
              <a:rPr lang="en-US" sz="2000" b="0" i="0" u="none" strike="noStrike" baseline="0" dirty="0">
                <a:solidFill>
                  <a:srgbClr val="000000"/>
                </a:solidFill>
                <a:latin typeface="Times-Roman"/>
              </a:rPr>
              <a:t>The source uses this as the outgoing VCI for the data frames to be sent to destination</a:t>
            </a:r>
          </a:p>
          <a:p>
            <a:endParaRPr lang="en-IN" sz="2000" dirty="0"/>
          </a:p>
        </p:txBody>
      </p:sp>
      <p:sp>
        <p:nvSpPr>
          <p:cNvPr id="10" name="Text Placeholder 9">
            <a:extLst>
              <a:ext uri="{FF2B5EF4-FFF2-40B4-BE49-F238E27FC236}">
                <a16:creationId xmlns:a16="http://schemas.microsoft.com/office/drawing/2014/main" xmlns="" id="{8C775B9A-12FC-6CDA-ECAD-F3E035A78C97}"/>
              </a:ext>
            </a:extLst>
          </p:cNvPr>
          <p:cNvSpPr>
            <a:spLocks noGrp="1"/>
          </p:cNvSpPr>
          <p:nvPr>
            <p:ph type="body" sz="quarter" idx="39"/>
          </p:nvPr>
        </p:nvSpPr>
        <p:spPr/>
        <p:txBody>
          <a:bodyPr/>
          <a:lstStyle/>
          <a:p>
            <a:endParaRPr lang="en-IN"/>
          </a:p>
        </p:txBody>
      </p:sp>
      <p:sp>
        <p:nvSpPr>
          <p:cNvPr id="11" name="Text Placeholder 10">
            <a:extLst>
              <a:ext uri="{FF2B5EF4-FFF2-40B4-BE49-F238E27FC236}">
                <a16:creationId xmlns:a16="http://schemas.microsoft.com/office/drawing/2014/main" xmlns="" id="{336719E0-77AD-38DA-EB91-D20D035148C6}"/>
              </a:ext>
            </a:extLst>
          </p:cNvPr>
          <p:cNvSpPr>
            <a:spLocks noGrp="1"/>
          </p:cNvSpPr>
          <p:nvPr>
            <p:ph type="body" sz="quarter" idx="40"/>
          </p:nvPr>
        </p:nvSpPr>
        <p:spPr/>
        <p:txBody>
          <a:bodyPr/>
          <a:lstStyle/>
          <a:p>
            <a:endParaRPr lang="en-IN"/>
          </a:p>
        </p:txBody>
      </p:sp>
      <p:sp>
        <p:nvSpPr>
          <p:cNvPr id="7" name="Slide Number Placeholder 6">
            <a:extLst>
              <a:ext uri="{FF2B5EF4-FFF2-40B4-BE49-F238E27FC236}">
                <a16:creationId xmlns:a16="http://schemas.microsoft.com/office/drawing/2014/main" xmlns="" id="{F6819FF7-56DB-AC79-0B1D-2C784E56B224}"/>
              </a:ext>
            </a:extLst>
          </p:cNvPr>
          <p:cNvSpPr>
            <a:spLocks noGrp="1"/>
          </p:cNvSpPr>
          <p:nvPr>
            <p:ph type="sldNum" sz="quarter" idx="10"/>
          </p:nvPr>
        </p:nvSpPr>
        <p:spPr/>
        <p:txBody>
          <a:bodyPr/>
          <a:lstStyle/>
          <a:p>
            <a:fld id="{68151E55-6873-49E2-B8D5-2F265E6F1973}" type="slidenum">
              <a:rPr lang="en-US" smtClean="0"/>
              <a:pPr/>
              <a:t>132</a:t>
            </a:fld>
            <a:endParaRPr lang="en-US"/>
          </a:p>
        </p:txBody>
      </p:sp>
      <p:pic>
        <p:nvPicPr>
          <p:cNvPr id="13" name="Picture 12">
            <a:extLst>
              <a:ext uri="{FF2B5EF4-FFF2-40B4-BE49-F238E27FC236}">
                <a16:creationId xmlns:a16="http://schemas.microsoft.com/office/drawing/2014/main" xmlns="" id="{B4BCC9D8-B985-EA75-5002-14FD7B809285}"/>
              </a:ext>
            </a:extLst>
          </p:cNvPr>
          <p:cNvPicPr>
            <a:picLocks noChangeAspect="1"/>
          </p:cNvPicPr>
          <p:nvPr/>
        </p:nvPicPr>
        <p:blipFill>
          <a:blip r:embed="rId2"/>
          <a:stretch>
            <a:fillRect/>
          </a:stretch>
        </p:blipFill>
        <p:spPr>
          <a:xfrm>
            <a:off x="1685522" y="3522475"/>
            <a:ext cx="5772956" cy="3096057"/>
          </a:xfrm>
          <a:prstGeom prst="rect">
            <a:avLst/>
          </a:prstGeom>
        </p:spPr>
      </p:pic>
    </p:spTree>
    <p:extLst>
      <p:ext uri="{BB962C8B-B14F-4D97-AF65-F5344CB8AC3E}">
        <p14:creationId xmlns:p14="http://schemas.microsoft.com/office/powerpoint/2010/main" xmlns="" val="217256582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CF0C90E6-7B8A-34B7-1EFA-E90EADD35463}"/>
              </a:ext>
            </a:extLst>
          </p:cNvPr>
          <p:cNvSpPr>
            <a:spLocks noGrp="1"/>
          </p:cNvSpPr>
          <p:nvPr>
            <p:ph type="title"/>
          </p:nvPr>
        </p:nvSpPr>
        <p:spPr/>
        <p:txBody>
          <a:bodyPr/>
          <a:lstStyle/>
          <a:p>
            <a:r>
              <a:rPr lang="en-IN" dirty="0"/>
              <a:t>Packet Switching</a:t>
            </a:r>
          </a:p>
        </p:txBody>
      </p:sp>
      <p:sp>
        <p:nvSpPr>
          <p:cNvPr id="9" name="Content Placeholder 8">
            <a:extLst>
              <a:ext uri="{FF2B5EF4-FFF2-40B4-BE49-F238E27FC236}">
                <a16:creationId xmlns:a16="http://schemas.microsoft.com/office/drawing/2014/main" xmlns="" id="{D264ADD5-F024-8771-0A21-B210A9E66A0A}"/>
              </a:ext>
            </a:extLst>
          </p:cNvPr>
          <p:cNvSpPr>
            <a:spLocks noGrp="1"/>
          </p:cNvSpPr>
          <p:nvPr>
            <p:ph sz="quarter" idx="11"/>
          </p:nvPr>
        </p:nvSpPr>
        <p:spPr/>
        <p:txBody>
          <a:bodyPr/>
          <a:lstStyle/>
          <a:p>
            <a:pPr algn="l"/>
            <a:r>
              <a:rPr lang="en-IN" sz="1800" b="1" i="1" u="none" strike="noStrike" baseline="0" dirty="0">
                <a:latin typeface="Times-BoldItalic"/>
              </a:rPr>
              <a:t>Teardown Phase</a:t>
            </a:r>
          </a:p>
          <a:p>
            <a:pPr algn="l"/>
            <a:r>
              <a:rPr lang="en-US" sz="1800" b="0" i="0" u="none" strike="noStrike" baseline="0" dirty="0">
                <a:solidFill>
                  <a:srgbClr val="000000"/>
                </a:solidFill>
                <a:latin typeface="Times-Roman"/>
              </a:rPr>
              <a:t>In this phase, source A, after sending all frames to B, sends a special frame called a</a:t>
            </a:r>
          </a:p>
          <a:p>
            <a:pPr algn="l"/>
            <a:r>
              <a:rPr lang="en-US" sz="1800" b="0" i="1" u="none" strike="noStrike" baseline="0" dirty="0">
                <a:solidFill>
                  <a:srgbClr val="000000"/>
                </a:solidFill>
                <a:latin typeface="Times-Italic"/>
              </a:rPr>
              <a:t>teardown request</a:t>
            </a:r>
            <a:r>
              <a:rPr lang="en-US" sz="1800" b="0" i="0" u="none" strike="noStrike" baseline="0" dirty="0">
                <a:solidFill>
                  <a:srgbClr val="000000"/>
                </a:solidFill>
                <a:latin typeface="Times-Roman"/>
              </a:rPr>
              <a:t>. Destination B responds with a teardown confirmation frame. All</a:t>
            </a:r>
          </a:p>
          <a:p>
            <a:pPr algn="l"/>
            <a:r>
              <a:rPr lang="en-US" sz="1800" b="0" i="0" u="none" strike="noStrike" baseline="0" dirty="0">
                <a:solidFill>
                  <a:srgbClr val="000000"/>
                </a:solidFill>
                <a:latin typeface="Times-Roman"/>
              </a:rPr>
              <a:t>switches delete the corresponding entry from their tables.</a:t>
            </a:r>
          </a:p>
          <a:p>
            <a:pPr algn="l"/>
            <a:r>
              <a:rPr lang="en-IN" sz="1800" b="1" i="1" u="none" strike="noStrike" baseline="0" dirty="0">
                <a:latin typeface="Times-BoldItalic"/>
              </a:rPr>
              <a:t>Efficiency</a:t>
            </a:r>
          </a:p>
          <a:p>
            <a:pPr algn="l"/>
            <a:r>
              <a:rPr lang="en-US" sz="1800" b="0" i="0" u="none" strike="noStrike" baseline="0" dirty="0">
                <a:solidFill>
                  <a:srgbClr val="000000"/>
                </a:solidFill>
                <a:latin typeface="Times-Roman"/>
              </a:rPr>
              <a:t>As we said before, resource reservation in a virtual-circuit network can be made during</a:t>
            </a:r>
          </a:p>
          <a:p>
            <a:pPr algn="l"/>
            <a:r>
              <a:rPr lang="en-US" sz="1800" b="0" i="0" u="none" strike="noStrike" baseline="0" dirty="0">
                <a:solidFill>
                  <a:srgbClr val="000000"/>
                </a:solidFill>
                <a:latin typeface="Times-Roman"/>
              </a:rPr>
              <a:t>the setup or can be on demand during the data-transfer phase. In the first case, the delay</a:t>
            </a:r>
          </a:p>
          <a:p>
            <a:pPr algn="l"/>
            <a:r>
              <a:rPr lang="en-US" sz="1800" b="0" i="0" u="none" strike="noStrike" baseline="0" dirty="0">
                <a:solidFill>
                  <a:srgbClr val="000000"/>
                </a:solidFill>
                <a:latin typeface="Times-Roman"/>
              </a:rPr>
              <a:t>for each packet is the same; in the second case, each packet may encounter different</a:t>
            </a:r>
          </a:p>
          <a:p>
            <a:pPr algn="l"/>
            <a:r>
              <a:rPr lang="en-US" sz="1800" b="0" i="0" u="none" strike="noStrike" baseline="0" dirty="0">
                <a:solidFill>
                  <a:srgbClr val="000000"/>
                </a:solidFill>
                <a:latin typeface="Times-Roman"/>
              </a:rPr>
              <a:t>delays. There is one big advantage in a virtual-circuit network even if resource allocation</a:t>
            </a:r>
          </a:p>
          <a:p>
            <a:pPr algn="l"/>
            <a:r>
              <a:rPr lang="en-US" sz="1800" b="0" i="0" u="none" strike="noStrike" baseline="0" dirty="0">
                <a:solidFill>
                  <a:srgbClr val="000000"/>
                </a:solidFill>
                <a:latin typeface="Times-Roman"/>
              </a:rPr>
              <a:t>is on demand. The source can check the availability of the resources, without actually</a:t>
            </a:r>
          </a:p>
          <a:p>
            <a:pPr algn="l"/>
            <a:r>
              <a:rPr lang="en-US" sz="1800" b="0" i="0" u="none" strike="noStrike" baseline="0" dirty="0">
                <a:solidFill>
                  <a:srgbClr val="000000"/>
                </a:solidFill>
                <a:latin typeface="Times-Roman"/>
              </a:rPr>
              <a:t>reserving it. Consider a family that wants to dine at a restaurant. Although the restaurant</a:t>
            </a:r>
          </a:p>
          <a:p>
            <a:pPr algn="l"/>
            <a:r>
              <a:rPr lang="en-US" sz="1800" b="0" i="0" u="none" strike="noStrike" baseline="0" dirty="0">
                <a:solidFill>
                  <a:srgbClr val="000000"/>
                </a:solidFill>
                <a:latin typeface="Times-Roman"/>
              </a:rPr>
              <a:t>may not accept reservations (allocation of the tables is on demand), the family can call</a:t>
            </a:r>
          </a:p>
          <a:p>
            <a:pPr algn="l"/>
            <a:r>
              <a:rPr lang="en-US" sz="1800" b="0" i="0" u="none" strike="noStrike" baseline="0" dirty="0">
                <a:solidFill>
                  <a:srgbClr val="000000"/>
                </a:solidFill>
                <a:latin typeface="Times-Roman"/>
              </a:rPr>
              <a:t>and find out the waiting time. This can save the family time and effort.</a:t>
            </a:r>
            <a:endParaRPr lang="en-IN" dirty="0"/>
          </a:p>
        </p:txBody>
      </p:sp>
      <p:sp>
        <p:nvSpPr>
          <p:cNvPr id="10" name="Text Placeholder 9">
            <a:extLst>
              <a:ext uri="{FF2B5EF4-FFF2-40B4-BE49-F238E27FC236}">
                <a16:creationId xmlns:a16="http://schemas.microsoft.com/office/drawing/2014/main" xmlns="" id="{4184093C-0749-319A-D1BF-ECB8BADD08AC}"/>
              </a:ext>
            </a:extLst>
          </p:cNvPr>
          <p:cNvSpPr>
            <a:spLocks noGrp="1"/>
          </p:cNvSpPr>
          <p:nvPr>
            <p:ph type="body" sz="quarter" idx="39"/>
          </p:nvPr>
        </p:nvSpPr>
        <p:spPr/>
        <p:txBody>
          <a:bodyPr/>
          <a:lstStyle/>
          <a:p>
            <a:endParaRPr lang="en-IN"/>
          </a:p>
        </p:txBody>
      </p:sp>
      <p:sp>
        <p:nvSpPr>
          <p:cNvPr id="11" name="Text Placeholder 10">
            <a:extLst>
              <a:ext uri="{FF2B5EF4-FFF2-40B4-BE49-F238E27FC236}">
                <a16:creationId xmlns:a16="http://schemas.microsoft.com/office/drawing/2014/main" xmlns="" id="{B9D8F76F-3079-C759-3E0F-6D6663FE393B}"/>
              </a:ext>
            </a:extLst>
          </p:cNvPr>
          <p:cNvSpPr>
            <a:spLocks noGrp="1"/>
          </p:cNvSpPr>
          <p:nvPr>
            <p:ph type="body" sz="quarter" idx="40"/>
          </p:nvPr>
        </p:nvSpPr>
        <p:spPr/>
        <p:txBody>
          <a:bodyPr/>
          <a:lstStyle/>
          <a:p>
            <a:endParaRPr lang="en-IN"/>
          </a:p>
        </p:txBody>
      </p:sp>
      <p:sp>
        <p:nvSpPr>
          <p:cNvPr id="7" name="Slide Number Placeholder 6">
            <a:extLst>
              <a:ext uri="{FF2B5EF4-FFF2-40B4-BE49-F238E27FC236}">
                <a16:creationId xmlns:a16="http://schemas.microsoft.com/office/drawing/2014/main" xmlns="" id="{87AF0C3C-510B-BD59-038B-8461DD9D6C07}"/>
              </a:ext>
            </a:extLst>
          </p:cNvPr>
          <p:cNvSpPr>
            <a:spLocks noGrp="1"/>
          </p:cNvSpPr>
          <p:nvPr>
            <p:ph type="sldNum" sz="quarter" idx="10"/>
          </p:nvPr>
        </p:nvSpPr>
        <p:spPr/>
        <p:txBody>
          <a:bodyPr/>
          <a:lstStyle/>
          <a:p>
            <a:fld id="{68151E55-6873-49E2-B8D5-2F265E6F1973}" type="slidenum">
              <a:rPr lang="en-US" smtClean="0"/>
              <a:pPr/>
              <a:t>133</a:t>
            </a:fld>
            <a:endParaRPr lang="en-US"/>
          </a:p>
        </p:txBody>
      </p:sp>
    </p:spTree>
    <p:extLst>
      <p:ext uri="{BB962C8B-B14F-4D97-AF65-F5344CB8AC3E}">
        <p14:creationId xmlns:p14="http://schemas.microsoft.com/office/powerpoint/2010/main" xmlns="" val="348870359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D32E6F39-E776-1D26-D54C-6F3F46F86EC1}"/>
              </a:ext>
            </a:extLst>
          </p:cNvPr>
          <p:cNvSpPr>
            <a:spLocks noGrp="1"/>
          </p:cNvSpPr>
          <p:nvPr>
            <p:ph type="title"/>
          </p:nvPr>
        </p:nvSpPr>
        <p:spPr/>
        <p:txBody>
          <a:bodyPr/>
          <a:lstStyle/>
          <a:p>
            <a:r>
              <a:rPr lang="en-IN"/>
              <a:t>Packet Switching</a:t>
            </a:r>
          </a:p>
        </p:txBody>
      </p:sp>
      <p:sp>
        <p:nvSpPr>
          <p:cNvPr id="9" name="Content Placeholder 8">
            <a:extLst>
              <a:ext uri="{FF2B5EF4-FFF2-40B4-BE49-F238E27FC236}">
                <a16:creationId xmlns:a16="http://schemas.microsoft.com/office/drawing/2014/main" xmlns="" id="{7325E2D8-98C9-1A5D-F429-60B944C23529}"/>
              </a:ext>
            </a:extLst>
          </p:cNvPr>
          <p:cNvSpPr>
            <a:spLocks noGrp="1"/>
          </p:cNvSpPr>
          <p:nvPr>
            <p:ph sz="quarter" idx="11"/>
          </p:nvPr>
        </p:nvSpPr>
        <p:spPr/>
        <p:txBody>
          <a:bodyPr/>
          <a:lstStyle/>
          <a:p>
            <a:pPr algn="l"/>
            <a:r>
              <a:rPr lang="en-IN" sz="1800" b="1" i="1" u="none" strike="noStrike" baseline="0" dirty="0">
                <a:latin typeface="Times-BoldItalic"/>
              </a:rPr>
              <a:t>Delay in Virtual-Circuit Networks</a:t>
            </a:r>
          </a:p>
          <a:p>
            <a:pPr algn="l"/>
            <a:r>
              <a:rPr lang="en-US" sz="1800" b="0" i="0" u="none" strike="noStrike" baseline="0" dirty="0">
                <a:solidFill>
                  <a:srgbClr val="000000"/>
                </a:solidFill>
                <a:latin typeface="Times-Roman"/>
              </a:rPr>
              <a:t>In a virtual-circuit network, there is a one-time delay for setup and a one-time delay for</a:t>
            </a:r>
          </a:p>
          <a:p>
            <a:pPr algn="l"/>
            <a:r>
              <a:rPr lang="en-US" sz="1800" b="0" i="0" u="none" strike="noStrike" baseline="0" dirty="0">
                <a:solidFill>
                  <a:srgbClr val="000000"/>
                </a:solidFill>
                <a:latin typeface="Times-Roman"/>
              </a:rPr>
              <a:t>teardown. If resources are allocated during the setup phase, there is no wait time for</a:t>
            </a:r>
          </a:p>
          <a:p>
            <a:pPr algn="l"/>
            <a:r>
              <a:rPr lang="en-US" sz="1800" b="0" i="0" u="none" strike="noStrike" baseline="0" dirty="0">
                <a:solidFill>
                  <a:srgbClr val="000000"/>
                </a:solidFill>
                <a:latin typeface="Times-Roman"/>
              </a:rPr>
              <a:t>individual packets. Figure shows the delay for a packet traveling through two</a:t>
            </a:r>
          </a:p>
          <a:p>
            <a:pPr algn="l"/>
            <a:r>
              <a:rPr lang="en-US" sz="1800" b="0" i="0" u="none" strike="noStrike" baseline="0" dirty="0">
                <a:solidFill>
                  <a:srgbClr val="000000"/>
                </a:solidFill>
                <a:latin typeface="Times-Roman"/>
              </a:rPr>
              <a:t>switches in a virtual-circuit network.</a:t>
            </a:r>
            <a:endParaRPr lang="en-IN" dirty="0"/>
          </a:p>
        </p:txBody>
      </p:sp>
      <p:sp>
        <p:nvSpPr>
          <p:cNvPr id="10" name="Text Placeholder 9">
            <a:extLst>
              <a:ext uri="{FF2B5EF4-FFF2-40B4-BE49-F238E27FC236}">
                <a16:creationId xmlns:a16="http://schemas.microsoft.com/office/drawing/2014/main" xmlns="" id="{3A5E40EB-8090-622D-910A-E370889F0437}"/>
              </a:ext>
            </a:extLst>
          </p:cNvPr>
          <p:cNvSpPr>
            <a:spLocks noGrp="1"/>
          </p:cNvSpPr>
          <p:nvPr>
            <p:ph type="body" sz="quarter" idx="39"/>
          </p:nvPr>
        </p:nvSpPr>
        <p:spPr/>
        <p:txBody>
          <a:bodyPr/>
          <a:lstStyle/>
          <a:p>
            <a:endParaRPr lang="en-IN"/>
          </a:p>
        </p:txBody>
      </p:sp>
      <p:sp>
        <p:nvSpPr>
          <p:cNvPr id="11" name="Text Placeholder 10">
            <a:extLst>
              <a:ext uri="{FF2B5EF4-FFF2-40B4-BE49-F238E27FC236}">
                <a16:creationId xmlns:a16="http://schemas.microsoft.com/office/drawing/2014/main" xmlns="" id="{9B034755-BAF9-4065-71BA-CEFE0F445020}"/>
              </a:ext>
            </a:extLst>
          </p:cNvPr>
          <p:cNvSpPr>
            <a:spLocks noGrp="1"/>
          </p:cNvSpPr>
          <p:nvPr>
            <p:ph type="body" sz="quarter" idx="40"/>
          </p:nvPr>
        </p:nvSpPr>
        <p:spPr/>
        <p:txBody>
          <a:bodyPr/>
          <a:lstStyle/>
          <a:p>
            <a:endParaRPr lang="en-IN"/>
          </a:p>
        </p:txBody>
      </p:sp>
      <p:sp>
        <p:nvSpPr>
          <p:cNvPr id="7" name="Slide Number Placeholder 6">
            <a:extLst>
              <a:ext uri="{FF2B5EF4-FFF2-40B4-BE49-F238E27FC236}">
                <a16:creationId xmlns:a16="http://schemas.microsoft.com/office/drawing/2014/main" xmlns="" id="{F8306B02-7FFF-79DA-2CB4-2AC894B885D8}"/>
              </a:ext>
            </a:extLst>
          </p:cNvPr>
          <p:cNvSpPr>
            <a:spLocks noGrp="1"/>
          </p:cNvSpPr>
          <p:nvPr>
            <p:ph type="sldNum" sz="quarter" idx="10"/>
          </p:nvPr>
        </p:nvSpPr>
        <p:spPr/>
        <p:txBody>
          <a:bodyPr/>
          <a:lstStyle/>
          <a:p>
            <a:fld id="{68151E55-6873-49E2-B8D5-2F265E6F1973}" type="slidenum">
              <a:rPr lang="en-US" smtClean="0"/>
              <a:pPr/>
              <a:t>134</a:t>
            </a:fld>
            <a:endParaRPr lang="en-US"/>
          </a:p>
        </p:txBody>
      </p:sp>
    </p:spTree>
    <p:extLst>
      <p:ext uri="{BB962C8B-B14F-4D97-AF65-F5344CB8AC3E}">
        <p14:creationId xmlns:p14="http://schemas.microsoft.com/office/powerpoint/2010/main" xmlns="" val="3246653274"/>
      </p:ext>
    </p:extLst>
  </p:cSld>
  <p:clrMapOvr>
    <a:masterClrMapping/>
  </p:clrMapOvr>
</p:sld>
</file>

<file path=ppt/theme/theme1.xml><?xml version="1.0" encoding="utf-8"?>
<a:theme xmlns:a="http://schemas.openxmlformats.org/drawingml/2006/main" name="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xmlns="" name="MHHE_Generic Accessible PPT Template_Editorial_v9_2019.potx" id="{41975DA0-F041-4DB0-8948-AC3BFD0C25BA}" vid="{84F6219E-3D47-41AC-9893-1108D06AA07D}"/>
    </a:ext>
  </a:extLst>
</a:theme>
</file>

<file path=ppt/theme/theme2.xml><?xml version="1.0" encoding="utf-8"?>
<a:theme xmlns:a="http://schemas.openxmlformats.org/drawingml/2006/main" name="MainContentSlideMaster">
  <a:themeElements>
    <a:clrScheme name="Custom 127">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494575"/>
      </a:hlink>
      <a:folHlink>
        <a:srgbClr val="625D9C"/>
      </a:folHlink>
    </a:clrScheme>
    <a:fontScheme name="Custom 2">
      <a:majorFont>
        <a:latin typeface="Times New Roman"/>
        <a:ea typeface=""/>
        <a:cs typeface=""/>
      </a:majorFont>
      <a:minorFont>
        <a:latin typeface="Times New Roman"/>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xmlns="" name="MHHE_Generic Accessible PPT Template_Editorial_v9_2019.potx" id="{41975DA0-F041-4DB0-8948-AC3BFD0C25BA}" vid="{B385948E-CF34-4CE8-9AC7-28DE40FDC656}"/>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xmlns="" name="MHHE_Generic Accessible PPT Template_Editorial_v9_2019.potx" id="{41975DA0-F041-4DB0-8948-AC3BFD0C25BA}" vid="{FEE61EC3-6634-45B5-BF77-FBC9B835BC79}"/>
    </a:ext>
  </a:extLst>
</a:theme>
</file>

<file path=ppt/theme/theme4.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xmlns="" name="MHHE_Generic Accessible PPT Template_Editorial_v9_2019.potx" id="{41975DA0-F041-4DB0-8948-AC3BFD0C25BA}" vid="{A15A20A0-BEE6-47A5-BC6B-F87134FBF13C}"/>
    </a:ext>
  </a:extLst>
</a:theme>
</file>

<file path=ppt/theme/theme5.xml><?xml version="1.0" encoding="utf-8"?>
<a:theme xmlns:a="http://schemas.openxmlformats.org/drawingml/2006/main" name="ImageDescriptionAppendixSlideMaster">
  <a:themeElements>
    <a:clrScheme name="Custom 12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494575"/>
      </a:hlink>
      <a:folHlink>
        <a:srgbClr val="625D9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xmlns="" name="MHHE_Generic Accessible PPT Template_Editorial_v9_2019.potx" id="{41975DA0-F041-4DB0-8948-AC3BFD0C25BA}" vid="{22313DF8-AA3F-4A8D-9652-6DDC53D759ED}"/>
    </a:ext>
  </a:extLst>
</a:theme>
</file>

<file path=ppt/theme/theme6.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MHHE_Generic Accessible PPT Template_Editorial_v9_2019</Template>
  <TotalTime>9996</TotalTime>
  <Words>8831</Words>
  <Application>Microsoft Office PowerPoint</Application>
  <PresentationFormat>On-screen Show (4:3)</PresentationFormat>
  <Paragraphs>779</Paragraphs>
  <Slides>134</Slides>
  <Notes>2</Notes>
  <HiddenSlides>4</HiddenSlides>
  <MMClips>0</MMClips>
  <ScaleCrop>false</ScaleCrop>
  <HeadingPairs>
    <vt:vector size="4" baseType="variant">
      <vt:variant>
        <vt:lpstr>Theme</vt:lpstr>
      </vt:variant>
      <vt:variant>
        <vt:i4>6</vt:i4>
      </vt:variant>
      <vt:variant>
        <vt:lpstr>Slide Titles</vt:lpstr>
      </vt:variant>
      <vt:variant>
        <vt:i4>134</vt:i4>
      </vt:variant>
    </vt:vector>
  </HeadingPairs>
  <TitlesOfParts>
    <vt:vector size="140" baseType="lpstr">
      <vt:lpstr>Title Slides Master</vt:lpstr>
      <vt:lpstr>MainContentSlideMaster</vt:lpstr>
      <vt:lpstr>ClosingMaster</vt:lpstr>
      <vt:lpstr>DividerSlideMaster</vt:lpstr>
      <vt:lpstr>ImageDescriptionAppendixSlideMaster</vt:lpstr>
      <vt:lpstr>Custom Design</vt:lpstr>
      <vt:lpstr>  Introduction to Physical Layer  </vt:lpstr>
      <vt:lpstr>Outline</vt:lpstr>
      <vt:lpstr>Figure:- Communication at the physical layer : A scenario where a scientist Alice working at sky research needs to order a book for her research from bob, the manager of scientific books, an online bookstore</vt:lpstr>
      <vt:lpstr>Slide 4</vt:lpstr>
      <vt:lpstr>2-1 SIGNALS </vt:lpstr>
      <vt:lpstr>2-1 SIGNALS</vt:lpstr>
      <vt:lpstr> SIGNALS</vt:lpstr>
      <vt:lpstr>Analog and Digital Data</vt:lpstr>
      <vt:lpstr>Analog Signal</vt:lpstr>
      <vt:lpstr>Slide 10</vt:lpstr>
      <vt:lpstr>Analog Signal</vt:lpstr>
      <vt:lpstr>Slide 12</vt:lpstr>
      <vt:lpstr>Analog Signal </vt:lpstr>
      <vt:lpstr>Analog Signal </vt:lpstr>
      <vt:lpstr>Analog Signal </vt:lpstr>
      <vt:lpstr>Analog Signal </vt:lpstr>
      <vt:lpstr>Analog Signal </vt:lpstr>
      <vt:lpstr>Analog Signal </vt:lpstr>
      <vt:lpstr>Slide 19</vt:lpstr>
      <vt:lpstr>Analog Signal </vt:lpstr>
      <vt:lpstr>Digital Signal</vt:lpstr>
      <vt:lpstr>Digital Signal</vt:lpstr>
      <vt:lpstr>Digital Signal</vt:lpstr>
      <vt:lpstr>Digital Signal</vt:lpstr>
      <vt:lpstr>Baseband Transmission</vt:lpstr>
      <vt:lpstr>Baseband Transmission</vt:lpstr>
      <vt:lpstr>Baseband Transmission</vt:lpstr>
      <vt:lpstr>Case 1: Low-Pass Channel with Wide Bandwidth</vt:lpstr>
      <vt:lpstr>Case 1: Low-Pass Channel with Wide Bandwidth</vt:lpstr>
      <vt:lpstr>Case 1: Low-Pass Channel with Wide Bandwidth</vt:lpstr>
      <vt:lpstr>Case 1: Low-Pass Channel with Wide Bandwidth</vt:lpstr>
      <vt:lpstr>Case 2: Low-Pass Channel with Limited Bandwidth</vt:lpstr>
      <vt:lpstr>Broadband Transmission (Using Modulation)</vt:lpstr>
      <vt:lpstr>Modulation of a digital signal</vt:lpstr>
      <vt:lpstr>Examples</vt:lpstr>
      <vt:lpstr>SIGNAL IMPAIRMENT</vt:lpstr>
      <vt:lpstr>Attenuation and Amplification</vt:lpstr>
      <vt:lpstr>Decibel</vt:lpstr>
      <vt:lpstr>Examples</vt:lpstr>
      <vt:lpstr>Examples</vt:lpstr>
      <vt:lpstr> SIGNAL IMPAIRMENT</vt:lpstr>
      <vt:lpstr>SIGNAL IMPAIRMENT</vt:lpstr>
      <vt:lpstr>SIGNAL IMPAIRMENT</vt:lpstr>
      <vt:lpstr>SIGNAL IMPAIRMENT</vt:lpstr>
      <vt:lpstr>Signal-to-Noise Ratio (SNR)</vt:lpstr>
      <vt:lpstr>Signal-to-Noise Ratio (SNR)</vt:lpstr>
      <vt:lpstr>Examples</vt:lpstr>
      <vt:lpstr> Data Rate Limits</vt:lpstr>
      <vt:lpstr>Data Rate Limits</vt:lpstr>
      <vt:lpstr>Noiseless Channel: Nyquist Bit Rate </vt:lpstr>
      <vt:lpstr>Noiseless Channel: Nyquist Bit Rate</vt:lpstr>
      <vt:lpstr>Noisy Channel: Shannon Capacity</vt:lpstr>
      <vt:lpstr>Noisy Channel: Shannon Capacity</vt:lpstr>
      <vt:lpstr>Noisy Channel: Shannon Capacity-Examples</vt:lpstr>
      <vt:lpstr>Using Both Limits</vt:lpstr>
      <vt:lpstr>Using Both Limits</vt:lpstr>
      <vt:lpstr>Performance</vt:lpstr>
      <vt:lpstr>Performance</vt:lpstr>
      <vt:lpstr>Performance</vt:lpstr>
      <vt:lpstr>Slide 60</vt:lpstr>
      <vt:lpstr>Throughput</vt:lpstr>
      <vt:lpstr>Throughput- Example</vt:lpstr>
      <vt:lpstr>Performance</vt:lpstr>
      <vt:lpstr>Latency (Delay)</vt:lpstr>
      <vt:lpstr>Propagation Time </vt:lpstr>
      <vt:lpstr>Transmission Time</vt:lpstr>
      <vt:lpstr>Transmission Time</vt:lpstr>
      <vt:lpstr>Transmission Time</vt:lpstr>
      <vt:lpstr>Queuing Time</vt:lpstr>
      <vt:lpstr>Slide 70</vt:lpstr>
      <vt:lpstr>Bandwidth-Delay Product</vt:lpstr>
      <vt:lpstr>Slide 72</vt:lpstr>
      <vt:lpstr>DIGITAL  TRANSMISSION</vt:lpstr>
      <vt:lpstr>Digital-to-Digital Conversion</vt:lpstr>
      <vt:lpstr>Line Coding</vt:lpstr>
      <vt:lpstr>Line Coding</vt:lpstr>
      <vt:lpstr>Line Coding </vt:lpstr>
      <vt:lpstr>Line Coding</vt:lpstr>
      <vt:lpstr>Line Coding Schemes</vt:lpstr>
      <vt:lpstr>Unipolar Scheme</vt:lpstr>
      <vt:lpstr>Unipolar Scheme</vt:lpstr>
      <vt:lpstr>Unipolar Scheme</vt:lpstr>
      <vt:lpstr>Polar Schemes</vt:lpstr>
      <vt:lpstr>Polar Schemes</vt:lpstr>
      <vt:lpstr>Polar Schemes</vt:lpstr>
      <vt:lpstr>Comparison of  NRZ-L and  NRZ-I</vt:lpstr>
      <vt:lpstr>Return-to-Zero (RZ) </vt:lpstr>
      <vt:lpstr>Return-to-Zero (RZ)</vt:lpstr>
      <vt:lpstr>Biphase: Manchester and Differential Manchester</vt:lpstr>
      <vt:lpstr>Biphase: Manchester and Differential Manchester</vt:lpstr>
      <vt:lpstr>Biphase: Manchester and Differential Manchester</vt:lpstr>
      <vt:lpstr>  Transmission Media </vt:lpstr>
      <vt:lpstr>  Transmission Media </vt:lpstr>
      <vt:lpstr>  Transmission Media </vt:lpstr>
      <vt:lpstr>Unguided Media: Wireless</vt:lpstr>
      <vt:lpstr>Guided Media</vt:lpstr>
      <vt:lpstr>Guided Media</vt:lpstr>
      <vt:lpstr>Guided Media</vt:lpstr>
      <vt:lpstr>Guided Media</vt:lpstr>
      <vt:lpstr>Guided Media</vt:lpstr>
      <vt:lpstr>Guided Media</vt:lpstr>
      <vt:lpstr>Guided Media</vt:lpstr>
      <vt:lpstr>Guided Media</vt:lpstr>
      <vt:lpstr>Guided Media</vt:lpstr>
      <vt:lpstr>Guided Media</vt:lpstr>
      <vt:lpstr>Guided Media</vt:lpstr>
      <vt:lpstr>Guided Media</vt:lpstr>
      <vt:lpstr>Guided Media</vt:lpstr>
      <vt:lpstr>Propagation Modes</vt:lpstr>
      <vt:lpstr>Guided Media</vt:lpstr>
      <vt:lpstr>Slide 111</vt:lpstr>
      <vt:lpstr>Slide 112</vt:lpstr>
      <vt:lpstr>  Switching   </vt:lpstr>
      <vt:lpstr>Switching</vt:lpstr>
      <vt:lpstr>Packet Switching</vt:lpstr>
      <vt:lpstr>Packet Switching</vt:lpstr>
      <vt:lpstr>Packet Switching</vt:lpstr>
      <vt:lpstr>Packet Switching</vt:lpstr>
      <vt:lpstr>Packet Switching</vt:lpstr>
      <vt:lpstr>Packet Switching</vt:lpstr>
      <vt:lpstr>Packet Switching</vt:lpstr>
      <vt:lpstr>Packet Switching</vt:lpstr>
      <vt:lpstr>Packet Switching</vt:lpstr>
      <vt:lpstr>Packet Switching</vt:lpstr>
      <vt:lpstr>Packet Switching</vt:lpstr>
      <vt:lpstr>Packet Switching</vt:lpstr>
      <vt:lpstr>Packet Switching</vt:lpstr>
      <vt:lpstr>Packet Switching</vt:lpstr>
      <vt:lpstr>Packet Switching</vt:lpstr>
      <vt:lpstr>Packet Switching</vt:lpstr>
      <vt:lpstr>Packet Switching</vt:lpstr>
      <vt:lpstr>Packet Switching</vt:lpstr>
      <vt:lpstr>Packet Switching</vt:lpstr>
      <vt:lpstr>Packet Switching</vt:lpstr>
    </vt:vector>
  </TitlesOfParts>
  <Company>McGraw-Hill LLC</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Communications and Networking, With TCP/IP protocol suite, Sixth Edition</dc:title>
  <dc:subject>Chapter 02: Physical Layer</dc:subject>
  <dc:creator>Behrouz A. Forouzan</dc:creator>
  <cp:keywords>Accessible PPT</cp:keywords>
  <cp:lastModifiedBy>DELL</cp:lastModifiedBy>
  <cp:revision>1447</cp:revision>
  <dcterms:created xsi:type="dcterms:W3CDTF">2019-07-27T05:34:11Z</dcterms:created>
  <dcterms:modified xsi:type="dcterms:W3CDTF">2026-08-25T17:43:03Z</dcterms:modified>
</cp:coreProperties>
</file>